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7" r:id="rId9"/>
    <p:sldId id="266" r:id="rId10"/>
    <p:sldId id="269" r:id="rId11"/>
    <p:sldId id="271" r:id="rId12"/>
    <p:sldId id="272" r:id="rId13"/>
    <p:sldId id="273" r:id="rId14"/>
    <p:sldId id="274" r:id="rId15"/>
    <p:sldId id="268" r:id="rId16"/>
    <p:sldId id="270" r:id="rId17"/>
    <p:sldId id="265" r:id="rId18"/>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3C07E8CA-6A2F-4049-98F6-AD1ADD04AC13}" type="datetimeFigureOut">
              <a:rPr lang="en-IN" smtClean="0"/>
              <a:t>01-04-2026</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5F1AE557-5680-4101-B6F3-4D6A443C6A24}" type="slidenum">
              <a:rPr lang="en-IN" smtClean="0"/>
              <a:t>‹#›</a:t>
            </a:fld>
            <a:endParaRPr lang="en-IN"/>
          </a:p>
        </p:txBody>
      </p:sp>
    </p:spTree>
    <p:extLst>
      <p:ext uri="{BB962C8B-B14F-4D97-AF65-F5344CB8AC3E}">
        <p14:creationId xmlns:p14="http://schemas.microsoft.com/office/powerpoint/2010/main" val="3587259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1AE557-5680-4101-B6F3-4D6A443C6A24}" type="slidenum">
              <a:rPr lang="en-IN" smtClean="0"/>
              <a:t>12</a:t>
            </a:fld>
            <a:endParaRPr lang="en-IN"/>
          </a:p>
        </p:txBody>
      </p:sp>
    </p:spTree>
    <p:extLst>
      <p:ext uri="{BB962C8B-B14F-4D97-AF65-F5344CB8AC3E}">
        <p14:creationId xmlns:p14="http://schemas.microsoft.com/office/powerpoint/2010/main" val="499870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353638" y="3129121"/>
            <a:ext cx="5580723" cy="3652520"/>
          </a:xfrm>
          <a:prstGeom prst="rect">
            <a:avLst/>
          </a:prstGeom>
        </p:spPr>
        <p:txBody>
          <a:bodyPr wrap="square" lIns="0" tIns="0" rIns="0" bIns="0">
            <a:spAutoFit/>
          </a:bodyPr>
          <a:lstStyle>
            <a:lvl1pPr>
              <a:defRPr sz="9150" b="1" i="0">
                <a:solidFill>
                  <a:srgbClr val="18405D"/>
                </a:solidFill>
                <a:latin typeface="Trebuchet MS"/>
                <a:cs typeface="Trebuchet MS"/>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500" b="0" i="0">
                <a:solidFill>
                  <a:srgbClr val="18405D"/>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150" b="1" i="0">
                <a:solidFill>
                  <a:srgbClr val="18405D"/>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3500" b="0" i="0">
                <a:solidFill>
                  <a:srgbClr val="18405D"/>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150" b="1" i="0">
                <a:solidFill>
                  <a:srgbClr val="18405D"/>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150" b="1" i="0">
                <a:solidFill>
                  <a:srgbClr val="18405D"/>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ECF1F4"/>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6976545"/>
            <a:ext cx="1846942" cy="3310454"/>
          </a:xfrm>
          <a:prstGeom prst="rect">
            <a:avLst/>
          </a:prstGeom>
        </p:spPr>
      </p:pic>
      <p:pic>
        <p:nvPicPr>
          <p:cNvPr id="18" name="bg object 18"/>
          <p:cNvPicPr/>
          <p:nvPr/>
        </p:nvPicPr>
        <p:blipFill>
          <a:blip r:embed="rId8" cstate="print"/>
          <a:stretch>
            <a:fillRect/>
          </a:stretch>
        </p:blipFill>
        <p:spPr>
          <a:xfrm>
            <a:off x="16420193" y="0"/>
            <a:ext cx="1867806" cy="3309420"/>
          </a:xfrm>
          <a:prstGeom prst="rect">
            <a:avLst/>
          </a:prstGeom>
        </p:spPr>
      </p:pic>
      <p:pic>
        <p:nvPicPr>
          <p:cNvPr id="19" name="bg object 19"/>
          <p:cNvPicPr/>
          <p:nvPr/>
        </p:nvPicPr>
        <p:blipFill>
          <a:blip r:embed="rId9" cstate="print"/>
          <a:stretch>
            <a:fillRect/>
          </a:stretch>
        </p:blipFill>
        <p:spPr>
          <a:xfrm>
            <a:off x="0" y="0"/>
            <a:ext cx="2126964" cy="2210656"/>
          </a:xfrm>
          <a:prstGeom prst="rect">
            <a:avLst/>
          </a:prstGeom>
        </p:spPr>
      </p:pic>
      <p:pic>
        <p:nvPicPr>
          <p:cNvPr id="20" name="bg object 20"/>
          <p:cNvPicPr/>
          <p:nvPr/>
        </p:nvPicPr>
        <p:blipFill>
          <a:blip r:embed="rId10" cstate="print"/>
          <a:stretch>
            <a:fillRect/>
          </a:stretch>
        </p:blipFill>
        <p:spPr>
          <a:xfrm>
            <a:off x="16161010" y="8078056"/>
            <a:ext cx="2126989" cy="2208943"/>
          </a:xfrm>
          <a:prstGeom prst="rect">
            <a:avLst/>
          </a:prstGeom>
        </p:spPr>
      </p:pic>
      <p:sp>
        <p:nvSpPr>
          <p:cNvPr id="21" name="bg object 21"/>
          <p:cNvSpPr/>
          <p:nvPr/>
        </p:nvSpPr>
        <p:spPr>
          <a:xfrm>
            <a:off x="474578" y="77338"/>
            <a:ext cx="2739390" cy="615950"/>
          </a:xfrm>
          <a:custGeom>
            <a:avLst/>
            <a:gdLst/>
            <a:ahLst/>
            <a:cxnLst/>
            <a:rect l="l" t="t" r="r" b="b"/>
            <a:pathLst>
              <a:path w="2739390" h="615950">
                <a:moveTo>
                  <a:pt x="20391" y="40782"/>
                </a:moveTo>
                <a:lnTo>
                  <a:pt x="12452" y="39180"/>
                </a:lnTo>
                <a:lnTo>
                  <a:pt x="5970" y="34811"/>
                </a:lnTo>
                <a:lnTo>
                  <a:pt x="1601" y="28330"/>
                </a:lnTo>
                <a:lnTo>
                  <a:pt x="0" y="20391"/>
                </a:lnTo>
                <a:lnTo>
                  <a:pt x="1601" y="12452"/>
                </a:lnTo>
                <a:lnTo>
                  <a:pt x="5970" y="5970"/>
                </a:lnTo>
                <a:lnTo>
                  <a:pt x="12452" y="1601"/>
                </a:lnTo>
                <a:lnTo>
                  <a:pt x="20391" y="0"/>
                </a:lnTo>
                <a:lnTo>
                  <a:pt x="28330" y="1601"/>
                </a:lnTo>
                <a:lnTo>
                  <a:pt x="34811" y="5970"/>
                </a:lnTo>
                <a:lnTo>
                  <a:pt x="39180" y="12452"/>
                </a:lnTo>
                <a:lnTo>
                  <a:pt x="40782" y="20391"/>
                </a:lnTo>
                <a:lnTo>
                  <a:pt x="39180" y="28330"/>
                </a:lnTo>
                <a:lnTo>
                  <a:pt x="34811" y="34811"/>
                </a:lnTo>
                <a:lnTo>
                  <a:pt x="28330" y="39180"/>
                </a:lnTo>
                <a:lnTo>
                  <a:pt x="20391" y="40782"/>
                </a:lnTo>
                <a:close/>
              </a:path>
              <a:path w="2739390" h="615950">
                <a:moveTo>
                  <a:pt x="245258" y="40782"/>
                </a:moveTo>
                <a:lnTo>
                  <a:pt x="237319" y="39180"/>
                </a:lnTo>
                <a:lnTo>
                  <a:pt x="230837" y="34811"/>
                </a:lnTo>
                <a:lnTo>
                  <a:pt x="226468" y="28330"/>
                </a:lnTo>
                <a:lnTo>
                  <a:pt x="224866" y="20391"/>
                </a:lnTo>
                <a:lnTo>
                  <a:pt x="226468" y="12452"/>
                </a:lnTo>
                <a:lnTo>
                  <a:pt x="230837" y="5970"/>
                </a:lnTo>
                <a:lnTo>
                  <a:pt x="237319" y="1601"/>
                </a:lnTo>
                <a:lnTo>
                  <a:pt x="245258" y="0"/>
                </a:lnTo>
                <a:lnTo>
                  <a:pt x="253197" y="1601"/>
                </a:lnTo>
                <a:lnTo>
                  <a:pt x="259678" y="5970"/>
                </a:lnTo>
                <a:lnTo>
                  <a:pt x="264047" y="12452"/>
                </a:lnTo>
                <a:lnTo>
                  <a:pt x="265649" y="20391"/>
                </a:lnTo>
                <a:lnTo>
                  <a:pt x="264047" y="28330"/>
                </a:lnTo>
                <a:lnTo>
                  <a:pt x="259678" y="34811"/>
                </a:lnTo>
                <a:lnTo>
                  <a:pt x="253197" y="39180"/>
                </a:lnTo>
                <a:lnTo>
                  <a:pt x="245258" y="40782"/>
                </a:lnTo>
                <a:close/>
              </a:path>
              <a:path w="2739390" h="615950">
                <a:moveTo>
                  <a:pt x="470125" y="40782"/>
                </a:moveTo>
                <a:lnTo>
                  <a:pt x="462186" y="39180"/>
                </a:lnTo>
                <a:lnTo>
                  <a:pt x="455704" y="34811"/>
                </a:lnTo>
                <a:lnTo>
                  <a:pt x="451335" y="28330"/>
                </a:lnTo>
                <a:lnTo>
                  <a:pt x="449733" y="20391"/>
                </a:lnTo>
                <a:lnTo>
                  <a:pt x="451335" y="12452"/>
                </a:lnTo>
                <a:lnTo>
                  <a:pt x="455704" y="5970"/>
                </a:lnTo>
                <a:lnTo>
                  <a:pt x="462186" y="1601"/>
                </a:lnTo>
                <a:lnTo>
                  <a:pt x="470125" y="0"/>
                </a:lnTo>
                <a:lnTo>
                  <a:pt x="478064" y="1601"/>
                </a:lnTo>
                <a:lnTo>
                  <a:pt x="484545" y="5970"/>
                </a:lnTo>
                <a:lnTo>
                  <a:pt x="488914" y="12452"/>
                </a:lnTo>
                <a:lnTo>
                  <a:pt x="490516" y="20391"/>
                </a:lnTo>
                <a:lnTo>
                  <a:pt x="488914" y="28330"/>
                </a:lnTo>
                <a:lnTo>
                  <a:pt x="484545" y="34811"/>
                </a:lnTo>
                <a:lnTo>
                  <a:pt x="478064" y="39180"/>
                </a:lnTo>
                <a:lnTo>
                  <a:pt x="470125" y="40782"/>
                </a:lnTo>
                <a:close/>
              </a:path>
              <a:path w="2739390" h="615950">
                <a:moveTo>
                  <a:pt x="694992" y="40782"/>
                </a:moveTo>
                <a:lnTo>
                  <a:pt x="687053" y="39180"/>
                </a:lnTo>
                <a:lnTo>
                  <a:pt x="680571" y="34811"/>
                </a:lnTo>
                <a:lnTo>
                  <a:pt x="676202" y="28330"/>
                </a:lnTo>
                <a:lnTo>
                  <a:pt x="674600" y="20391"/>
                </a:lnTo>
                <a:lnTo>
                  <a:pt x="676202" y="12452"/>
                </a:lnTo>
                <a:lnTo>
                  <a:pt x="680571" y="5970"/>
                </a:lnTo>
                <a:lnTo>
                  <a:pt x="687053" y="1601"/>
                </a:lnTo>
                <a:lnTo>
                  <a:pt x="694992" y="0"/>
                </a:lnTo>
                <a:lnTo>
                  <a:pt x="702930" y="1601"/>
                </a:lnTo>
                <a:lnTo>
                  <a:pt x="709412" y="5970"/>
                </a:lnTo>
                <a:lnTo>
                  <a:pt x="713781" y="12452"/>
                </a:lnTo>
                <a:lnTo>
                  <a:pt x="715383" y="20391"/>
                </a:lnTo>
                <a:lnTo>
                  <a:pt x="713781" y="28330"/>
                </a:lnTo>
                <a:lnTo>
                  <a:pt x="709412" y="34811"/>
                </a:lnTo>
                <a:lnTo>
                  <a:pt x="702930" y="39180"/>
                </a:lnTo>
                <a:lnTo>
                  <a:pt x="694992" y="40782"/>
                </a:lnTo>
                <a:close/>
              </a:path>
              <a:path w="2739390" h="615950">
                <a:moveTo>
                  <a:pt x="919858" y="40782"/>
                </a:moveTo>
                <a:lnTo>
                  <a:pt x="911919" y="39180"/>
                </a:lnTo>
                <a:lnTo>
                  <a:pt x="905438" y="34811"/>
                </a:lnTo>
                <a:lnTo>
                  <a:pt x="901069" y="28330"/>
                </a:lnTo>
                <a:lnTo>
                  <a:pt x="899467" y="20391"/>
                </a:lnTo>
                <a:lnTo>
                  <a:pt x="901069" y="12452"/>
                </a:lnTo>
                <a:lnTo>
                  <a:pt x="905438" y="5970"/>
                </a:lnTo>
                <a:lnTo>
                  <a:pt x="911920" y="1601"/>
                </a:lnTo>
                <a:lnTo>
                  <a:pt x="919858" y="0"/>
                </a:lnTo>
                <a:lnTo>
                  <a:pt x="927797" y="1601"/>
                </a:lnTo>
                <a:lnTo>
                  <a:pt x="934279" y="5970"/>
                </a:lnTo>
                <a:lnTo>
                  <a:pt x="938648" y="12452"/>
                </a:lnTo>
                <a:lnTo>
                  <a:pt x="940250" y="20391"/>
                </a:lnTo>
                <a:lnTo>
                  <a:pt x="938648" y="28330"/>
                </a:lnTo>
                <a:lnTo>
                  <a:pt x="934279" y="34811"/>
                </a:lnTo>
                <a:lnTo>
                  <a:pt x="927797" y="39180"/>
                </a:lnTo>
                <a:lnTo>
                  <a:pt x="919858" y="40782"/>
                </a:lnTo>
                <a:close/>
              </a:path>
              <a:path w="2739390" h="615950">
                <a:moveTo>
                  <a:pt x="1144725" y="40782"/>
                </a:moveTo>
                <a:lnTo>
                  <a:pt x="1136786" y="39180"/>
                </a:lnTo>
                <a:lnTo>
                  <a:pt x="1130305" y="34811"/>
                </a:lnTo>
                <a:lnTo>
                  <a:pt x="1125936" y="28330"/>
                </a:lnTo>
                <a:lnTo>
                  <a:pt x="1124334" y="20391"/>
                </a:lnTo>
                <a:lnTo>
                  <a:pt x="1125936" y="12452"/>
                </a:lnTo>
                <a:lnTo>
                  <a:pt x="1130305" y="5970"/>
                </a:lnTo>
                <a:lnTo>
                  <a:pt x="1136786" y="1601"/>
                </a:lnTo>
                <a:lnTo>
                  <a:pt x="1144725" y="0"/>
                </a:lnTo>
                <a:lnTo>
                  <a:pt x="1152664" y="1601"/>
                </a:lnTo>
                <a:lnTo>
                  <a:pt x="1159146" y="5970"/>
                </a:lnTo>
                <a:lnTo>
                  <a:pt x="1163515" y="12452"/>
                </a:lnTo>
                <a:lnTo>
                  <a:pt x="1165117" y="20391"/>
                </a:lnTo>
                <a:lnTo>
                  <a:pt x="1163515" y="28330"/>
                </a:lnTo>
                <a:lnTo>
                  <a:pt x="1159146" y="34811"/>
                </a:lnTo>
                <a:lnTo>
                  <a:pt x="1152664" y="39180"/>
                </a:lnTo>
                <a:lnTo>
                  <a:pt x="1144725" y="40782"/>
                </a:lnTo>
                <a:close/>
              </a:path>
              <a:path w="2739390" h="615950">
                <a:moveTo>
                  <a:pt x="1369592" y="40782"/>
                </a:moveTo>
                <a:lnTo>
                  <a:pt x="1361653" y="39180"/>
                </a:lnTo>
                <a:lnTo>
                  <a:pt x="1355172" y="34811"/>
                </a:lnTo>
                <a:lnTo>
                  <a:pt x="1350803" y="28330"/>
                </a:lnTo>
                <a:lnTo>
                  <a:pt x="1349201" y="20391"/>
                </a:lnTo>
                <a:lnTo>
                  <a:pt x="1350803" y="12452"/>
                </a:lnTo>
                <a:lnTo>
                  <a:pt x="1355172" y="5970"/>
                </a:lnTo>
                <a:lnTo>
                  <a:pt x="1361653" y="1601"/>
                </a:lnTo>
                <a:lnTo>
                  <a:pt x="1369592" y="0"/>
                </a:lnTo>
                <a:lnTo>
                  <a:pt x="1377531" y="1601"/>
                </a:lnTo>
                <a:lnTo>
                  <a:pt x="1384013" y="5970"/>
                </a:lnTo>
                <a:lnTo>
                  <a:pt x="1388382" y="12452"/>
                </a:lnTo>
                <a:lnTo>
                  <a:pt x="1389984" y="20391"/>
                </a:lnTo>
                <a:lnTo>
                  <a:pt x="1388382" y="28330"/>
                </a:lnTo>
                <a:lnTo>
                  <a:pt x="1384013" y="34811"/>
                </a:lnTo>
                <a:lnTo>
                  <a:pt x="1377531" y="39180"/>
                </a:lnTo>
                <a:lnTo>
                  <a:pt x="1369592" y="40782"/>
                </a:lnTo>
                <a:close/>
              </a:path>
              <a:path w="2739390" h="615950">
                <a:moveTo>
                  <a:pt x="1594459" y="40782"/>
                </a:moveTo>
                <a:lnTo>
                  <a:pt x="1586520" y="39180"/>
                </a:lnTo>
                <a:lnTo>
                  <a:pt x="1580039" y="34811"/>
                </a:lnTo>
                <a:lnTo>
                  <a:pt x="1575670" y="28330"/>
                </a:lnTo>
                <a:lnTo>
                  <a:pt x="1574068" y="20391"/>
                </a:lnTo>
                <a:lnTo>
                  <a:pt x="1575670" y="12452"/>
                </a:lnTo>
                <a:lnTo>
                  <a:pt x="1580039" y="5970"/>
                </a:lnTo>
                <a:lnTo>
                  <a:pt x="1586520" y="1601"/>
                </a:lnTo>
                <a:lnTo>
                  <a:pt x="1594459" y="0"/>
                </a:lnTo>
                <a:lnTo>
                  <a:pt x="1602398" y="1601"/>
                </a:lnTo>
                <a:lnTo>
                  <a:pt x="1608880" y="5970"/>
                </a:lnTo>
                <a:lnTo>
                  <a:pt x="1613249" y="12452"/>
                </a:lnTo>
                <a:lnTo>
                  <a:pt x="1614850" y="20391"/>
                </a:lnTo>
                <a:lnTo>
                  <a:pt x="1613249" y="28330"/>
                </a:lnTo>
                <a:lnTo>
                  <a:pt x="1608880" y="34811"/>
                </a:lnTo>
                <a:lnTo>
                  <a:pt x="1602398" y="39180"/>
                </a:lnTo>
                <a:lnTo>
                  <a:pt x="1594459" y="40782"/>
                </a:lnTo>
                <a:close/>
              </a:path>
              <a:path w="2739390" h="615950">
                <a:moveTo>
                  <a:pt x="1819326" y="40782"/>
                </a:moveTo>
                <a:lnTo>
                  <a:pt x="1811387" y="39180"/>
                </a:lnTo>
                <a:lnTo>
                  <a:pt x="1804906" y="34811"/>
                </a:lnTo>
                <a:lnTo>
                  <a:pt x="1800537" y="28330"/>
                </a:lnTo>
                <a:lnTo>
                  <a:pt x="1798935" y="20391"/>
                </a:lnTo>
                <a:lnTo>
                  <a:pt x="1800537" y="12452"/>
                </a:lnTo>
                <a:lnTo>
                  <a:pt x="1804906" y="5970"/>
                </a:lnTo>
                <a:lnTo>
                  <a:pt x="1811387" y="1601"/>
                </a:lnTo>
                <a:lnTo>
                  <a:pt x="1819326" y="0"/>
                </a:lnTo>
                <a:lnTo>
                  <a:pt x="1827265" y="1601"/>
                </a:lnTo>
                <a:lnTo>
                  <a:pt x="1833746" y="5970"/>
                </a:lnTo>
                <a:lnTo>
                  <a:pt x="1838115" y="12452"/>
                </a:lnTo>
                <a:lnTo>
                  <a:pt x="1839717" y="20391"/>
                </a:lnTo>
                <a:lnTo>
                  <a:pt x="1838115" y="28330"/>
                </a:lnTo>
                <a:lnTo>
                  <a:pt x="1833746" y="34811"/>
                </a:lnTo>
                <a:lnTo>
                  <a:pt x="1827265" y="39180"/>
                </a:lnTo>
                <a:lnTo>
                  <a:pt x="1819326" y="40782"/>
                </a:lnTo>
                <a:close/>
              </a:path>
              <a:path w="2739390" h="615950">
                <a:moveTo>
                  <a:pt x="2044193" y="40782"/>
                </a:moveTo>
                <a:lnTo>
                  <a:pt x="2036254" y="39180"/>
                </a:lnTo>
                <a:lnTo>
                  <a:pt x="2029773" y="34811"/>
                </a:lnTo>
                <a:lnTo>
                  <a:pt x="2025404" y="28330"/>
                </a:lnTo>
                <a:lnTo>
                  <a:pt x="2023802" y="20391"/>
                </a:lnTo>
                <a:lnTo>
                  <a:pt x="2025404" y="12452"/>
                </a:lnTo>
                <a:lnTo>
                  <a:pt x="2029773" y="5970"/>
                </a:lnTo>
                <a:lnTo>
                  <a:pt x="2036254" y="1601"/>
                </a:lnTo>
                <a:lnTo>
                  <a:pt x="2044193" y="0"/>
                </a:lnTo>
                <a:lnTo>
                  <a:pt x="2052132" y="1601"/>
                </a:lnTo>
                <a:lnTo>
                  <a:pt x="2058613" y="5970"/>
                </a:lnTo>
                <a:lnTo>
                  <a:pt x="2062982" y="12452"/>
                </a:lnTo>
                <a:lnTo>
                  <a:pt x="2064584" y="20391"/>
                </a:lnTo>
                <a:lnTo>
                  <a:pt x="2062982" y="28330"/>
                </a:lnTo>
                <a:lnTo>
                  <a:pt x="2058613" y="34811"/>
                </a:lnTo>
                <a:lnTo>
                  <a:pt x="2052132" y="39180"/>
                </a:lnTo>
                <a:lnTo>
                  <a:pt x="2044193" y="40782"/>
                </a:lnTo>
                <a:close/>
              </a:path>
              <a:path w="2739390" h="615950">
                <a:moveTo>
                  <a:pt x="2269060" y="40782"/>
                </a:moveTo>
                <a:lnTo>
                  <a:pt x="2261121" y="39180"/>
                </a:lnTo>
                <a:lnTo>
                  <a:pt x="2254640" y="34811"/>
                </a:lnTo>
                <a:lnTo>
                  <a:pt x="2250271" y="28330"/>
                </a:lnTo>
                <a:lnTo>
                  <a:pt x="2248669" y="20391"/>
                </a:lnTo>
                <a:lnTo>
                  <a:pt x="2250271" y="12452"/>
                </a:lnTo>
                <a:lnTo>
                  <a:pt x="2254640" y="5970"/>
                </a:lnTo>
                <a:lnTo>
                  <a:pt x="2261121" y="1601"/>
                </a:lnTo>
                <a:lnTo>
                  <a:pt x="2269060" y="0"/>
                </a:lnTo>
                <a:lnTo>
                  <a:pt x="2276999" y="1601"/>
                </a:lnTo>
                <a:lnTo>
                  <a:pt x="2283480" y="5970"/>
                </a:lnTo>
                <a:lnTo>
                  <a:pt x="2287849" y="12452"/>
                </a:lnTo>
                <a:lnTo>
                  <a:pt x="2289451" y="20391"/>
                </a:lnTo>
                <a:lnTo>
                  <a:pt x="2287849" y="28330"/>
                </a:lnTo>
                <a:lnTo>
                  <a:pt x="2283480" y="34811"/>
                </a:lnTo>
                <a:lnTo>
                  <a:pt x="2276999" y="39180"/>
                </a:lnTo>
                <a:lnTo>
                  <a:pt x="2269060" y="40782"/>
                </a:lnTo>
                <a:close/>
              </a:path>
              <a:path w="2739390" h="615950">
                <a:moveTo>
                  <a:pt x="2493927" y="40782"/>
                </a:moveTo>
                <a:lnTo>
                  <a:pt x="2485988" y="39180"/>
                </a:lnTo>
                <a:lnTo>
                  <a:pt x="2479507" y="34811"/>
                </a:lnTo>
                <a:lnTo>
                  <a:pt x="2475138" y="28330"/>
                </a:lnTo>
                <a:lnTo>
                  <a:pt x="2473536" y="20391"/>
                </a:lnTo>
                <a:lnTo>
                  <a:pt x="2475138" y="12452"/>
                </a:lnTo>
                <a:lnTo>
                  <a:pt x="2479507" y="5970"/>
                </a:lnTo>
                <a:lnTo>
                  <a:pt x="2485988" y="1601"/>
                </a:lnTo>
                <a:lnTo>
                  <a:pt x="2493927" y="0"/>
                </a:lnTo>
                <a:lnTo>
                  <a:pt x="2501866" y="1601"/>
                </a:lnTo>
                <a:lnTo>
                  <a:pt x="2508347" y="5970"/>
                </a:lnTo>
                <a:lnTo>
                  <a:pt x="2512716" y="12452"/>
                </a:lnTo>
                <a:lnTo>
                  <a:pt x="2514318" y="20391"/>
                </a:lnTo>
                <a:lnTo>
                  <a:pt x="2512716" y="28330"/>
                </a:lnTo>
                <a:lnTo>
                  <a:pt x="2508347" y="34811"/>
                </a:lnTo>
                <a:lnTo>
                  <a:pt x="2501866" y="39180"/>
                </a:lnTo>
                <a:lnTo>
                  <a:pt x="2493927" y="40782"/>
                </a:lnTo>
                <a:close/>
              </a:path>
              <a:path w="2739390" h="615950">
                <a:moveTo>
                  <a:pt x="2718794" y="40782"/>
                </a:moveTo>
                <a:lnTo>
                  <a:pt x="2710855" y="39180"/>
                </a:lnTo>
                <a:lnTo>
                  <a:pt x="2704374" y="34811"/>
                </a:lnTo>
                <a:lnTo>
                  <a:pt x="2700005" y="28330"/>
                </a:lnTo>
                <a:lnTo>
                  <a:pt x="2698403" y="20391"/>
                </a:lnTo>
                <a:lnTo>
                  <a:pt x="2700005" y="12452"/>
                </a:lnTo>
                <a:lnTo>
                  <a:pt x="2704374" y="5970"/>
                </a:lnTo>
                <a:lnTo>
                  <a:pt x="2710855" y="1601"/>
                </a:lnTo>
                <a:lnTo>
                  <a:pt x="2718794" y="0"/>
                </a:lnTo>
                <a:lnTo>
                  <a:pt x="2726733" y="1601"/>
                </a:lnTo>
                <a:lnTo>
                  <a:pt x="2733214" y="5970"/>
                </a:lnTo>
                <a:lnTo>
                  <a:pt x="2737583" y="12452"/>
                </a:lnTo>
                <a:lnTo>
                  <a:pt x="2739185" y="20391"/>
                </a:lnTo>
                <a:lnTo>
                  <a:pt x="2737583" y="28330"/>
                </a:lnTo>
                <a:lnTo>
                  <a:pt x="2733214" y="34811"/>
                </a:lnTo>
                <a:lnTo>
                  <a:pt x="2726733" y="39180"/>
                </a:lnTo>
                <a:lnTo>
                  <a:pt x="2718794" y="40782"/>
                </a:lnTo>
                <a:close/>
              </a:path>
              <a:path w="2739390" h="615950">
                <a:moveTo>
                  <a:pt x="20391" y="232415"/>
                </a:moveTo>
                <a:lnTo>
                  <a:pt x="12452" y="230813"/>
                </a:lnTo>
                <a:lnTo>
                  <a:pt x="5970" y="226444"/>
                </a:lnTo>
                <a:lnTo>
                  <a:pt x="1601" y="219962"/>
                </a:lnTo>
                <a:lnTo>
                  <a:pt x="0" y="212023"/>
                </a:lnTo>
                <a:lnTo>
                  <a:pt x="1601" y="204084"/>
                </a:lnTo>
                <a:lnTo>
                  <a:pt x="5970" y="197603"/>
                </a:lnTo>
                <a:lnTo>
                  <a:pt x="12452" y="193234"/>
                </a:lnTo>
                <a:lnTo>
                  <a:pt x="20391" y="191632"/>
                </a:lnTo>
                <a:lnTo>
                  <a:pt x="28330" y="193234"/>
                </a:lnTo>
                <a:lnTo>
                  <a:pt x="34811" y="197603"/>
                </a:lnTo>
                <a:lnTo>
                  <a:pt x="39180" y="204084"/>
                </a:lnTo>
                <a:lnTo>
                  <a:pt x="40782" y="212023"/>
                </a:lnTo>
                <a:lnTo>
                  <a:pt x="39180" y="219962"/>
                </a:lnTo>
                <a:lnTo>
                  <a:pt x="34811" y="226444"/>
                </a:lnTo>
                <a:lnTo>
                  <a:pt x="28330" y="230813"/>
                </a:lnTo>
                <a:lnTo>
                  <a:pt x="20391" y="232415"/>
                </a:lnTo>
                <a:close/>
              </a:path>
              <a:path w="2739390" h="615950">
                <a:moveTo>
                  <a:pt x="245258" y="232415"/>
                </a:moveTo>
                <a:lnTo>
                  <a:pt x="237319" y="230813"/>
                </a:lnTo>
                <a:lnTo>
                  <a:pt x="230837" y="226444"/>
                </a:lnTo>
                <a:lnTo>
                  <a:pt x="226468" y="219962"/>
                </a:lnTo>
                <a:lnTo>
                  <a:pt x="224866" y="212023"/>
                </a:lnTo>
                <a:lnTo>
                  <a:pt x="226468" y="204084"/>
                </a:lnTo>
                <a:lnTo>
                  <a:pt x="230837" y="197603"/>
                </a:lnTo>
                <a:lnTo>
                  <a:pt x="237319" y="193234"/>
                </a:lnTo>
                <a:lnTo>
                  <a:pt x="245258" y="191632"/>
                </a:lnTo>
                <a:lnTo>
                  <a:pt x="253197" y="193234"/>
                </a:lnTo>
                <a:lnTo>
                  <a:pt x="259678" y="197603"/>
                </a:lnTo>
                <a:lnTo>
                  <a:pt x="264047" y="204084"/>
                </a:lnTo>
                <a:lnTo>
                  <a:pt x="265649" y="212023"/>
                </a:lnTo>
                <a:lnTo>
                  <a:pt x="264047" y="219962"/>
                </a:lnTo>
                <a:lnTo>
                  <a:pt x="259678" y="226444"/>
                </a:lnTo>
                <a:lnTo>
                  <a:pt x="253197" y="230813"/>
                </a:lnTo>
                <a:lnTo>
                  <a:pt x="245258" y="232415"/>
                </a:lnTo>
                <a:close/>
              </a:path>
              <a:path w="2739390" h="615950">
                <a:moveTo>
                  <a:pt x="470125" y="232415"/>
                </a:moveTo>
                <a:lnTo>
                  <a:pt x="462186" y="230813"/>
                </a:lnTo>
                <a:lnTo>
                  <a:pt x="455704" y="226444"/>
                </a:lnTo>
                <a:lnTo>
                  <a:pt x="451335" y="219962"/>
                </a:lnTo>
                <a:lnTo>
                  <a:pt x="449733" y="212023"/>
                </a:lnTo>
                <a:lnTo>
                  <a:pt x="451335" y="204084"/>
                </a:lnTo>
                <a:lnTo>
                  <a:pt x="455704" y="197603"/>
                </a:lnTo>
                <a:lnTo>
                  <a:pt x="462186" y="193234"/>
                </a:lnTo>
                <a:lnTo>
                  <a:pt x="470125" y="191632"/>
                </a:lnTo>
                <a:lnTo>
                  <a:pt x="478064" y="193234"/>
                </a:lnTo>
                <a:lnTo>
                  <a:pt x="484545" y="197603"/>
                </a:lnTo>
                <a:lnTo>
                  <a:pt x="488914" y="204084"/>
                </a:lnTo>
                <a:lnTo>
                  <a:pt x="490516" y="212023"/>
                </a:lnTo>
                <a:lnTo>
                  <a:pt x="488914" y="219962"/>
                </a:lnTo>
                <a:lnTo>
                  <a:pt x="484545" y="226444"/>
                </a:lnTo>
                <a:lnTo>
                  <a:pt x="478064" y="230813"/>
                </a:lnTo>
                <a:lnTo>
                  <a:pt x="470125" y="232415"/>
                </a:lnTo>
                <a:close/>
              </a:path>
              <a:path w="2739390" h="615950">
                <a:moveTo>
                  <a:pt x="694992" y="232415"/>
                </a:moveTo>
                <a:lnTo>
                  <a:pt x="687053" y="230813"/>
                </a:lnTo>
                <a:lnTo>
                  <a:pt x="680571" y="226444"/>
                </a:lnTo>
                <a:lnTo>
                  <a:pt x="676202" y="219962"/>
                </a:lnTo>
                <a:lnTo>
                  <a:pt x="674600" y="212023"/>
                </a:lnTo>
                <a:lnTo>
                  <a:pt x="676202" y="204084"/>
                </a:lnTo>
                <a:lnTo>
                  <a:pt x="680571" y="197603"/>
                </a:lnTo>
                <a:lnTo>
                  <a:pt x="687053" y="193234"/>
                </a:lnTo>
                <a:lnTo>
                  <a:pt x="694992" y="191632"/>
                </a:lnTo>
                <a:lnTo>
                  <a:pt x="702930" y="193234"/>
                </a:lnTo>
                <a:lnTo>
                  <a:pt x="709412" y="197603"/>
                </a:lnTo>
                <a:lnTo>
                  <a:pt x="713781" y="204084"/>
                </a:lnTo>
                <a:lnTo>
                  <a:pt x="715383" y="212023"/>
                </a:lnTo>
                <a:lnTo>
                  <a:pt x="713781" y="219962"/>
                </a:lnTo>
                <a:lnTo>
                  <a:pt x="709412" y="226444"/>
                </a:lnTo>
                <a:lnTo>
                  <a:pt x="702930" y="230813"/>
                </a:lnTo>
                <a:lnTo>
                  <a:pt x="694992" y="232415"/>
                </a:lnTo>
                <a:close/>
              </a:path>
              <a:path w="2739390" h="615950">
                <a:moveTo>
                  <a:pt x="919858" y="232415"/>
                </a:moveTo>
                <a:lnTo>
                  <a:pt x="911919" y="230813"/>
                </a:lnTo>
                <a:lnTo>
                  <a:pt x="905438" y="226444"/>
                </a:lnTo>
                <a:lnTo>
                  <a:pt x="901069" y="219962"/>
                </a:lnTo>
                <a:lnTo>
                  <a:pt x="899467" y="212023"/>
                </a:lnTo>
                <a:lnTo>
                  <a:pt x="901069" y="204084"/>
                </a:lnTo>
                <a:lnTo>
                  <a:pt x="905438" y="197603"/>
                </a:lnTo>
                <a:lnTo>
                  <a:pt x="911920" y="193234"/>
                </a:lnTo>
                <a:lnTo>
                  <a:pt x="919858" y="191632"/>
                </a:lnTo>
                <a:lnTo>
                  <a:pt x="927797" y="193234"/>
                </a:lnTo>
                <a:lnTo>
                  <a:pt x="934279" y="197603"/>
                </a:lnTo>
                <a:lnTo>
                  <a:pt x="938648" y="204084"/>
                </a:lnTo>
                <a:lnTo>
                  <a:pt x="940250" y="212023"/>
                </a:lnTo>
                <a:lnTo>
                  <a:pt x="938648" y="219962"/>
                </a:lnTo>
                <a:lnTo>
                  <a:pt x="934279" y="226444"/>
                </a:lnTo>
                <a:lnTo>
                  <a:pt x="927797" y="230813"/>
                </a:lnTo>
                <a:lnTo>
                  <a:pt x="919858" y="232415"/>
                </a:lnTo>
                <a:close/>
              </a:path>
              <a:path w="2739390" h="615950">
                <a:moveTo>
                  <a:pt x="1144725" y="232415"/>
                </a:moveTo>
                <a:lnTo>
                  <a:pt x="1136786" y="230813"/>
                </a:lnTo>
                <a:lnTo>
                  <a:pt x="1130305" y="226444"/>
                </a:lnTo>
                <a:lnTo>
                  <a:pt x="1125936" y="219962"/>
                </a:lnTo>
                <a:lnTo>
                  <a:pt x="1124334" y="212023"/>
                </a:lnTo>
                <a:lnTo>
                  <a:pt x="1125936" y="204084"/>
                </a:lnTo>
                <a:lnTo>
                  <a:pt x="1130305" y="197603"/>
                </a:lnTo>
                <a:lnTo>
                  <a:pt x="1136786" y="193234"/>
                </a:lnTo>
                <a:lnTo>
                  <a:pt x="1144725" y="191632"/>
                </a:lnTo>
                <a:lnTo>
                  <a:pt x="1152664" y="193234"/>
                </a:lnTo>
                <a:lnTo>
                  <a:pt x="1159146" y="197603"/>
                </a:lnTo>
                <a:lnTo>
                  <a:pt x="1163515" y="204084"/>
                </a:lnTo>
                <a:lnTo>
                  <a:pt x="1165117" y="212023"/>
                </a:lnTo>
                <a:lnTo>
                  <a:pt x="1163515" y="219962"/>
                </a:lnTo>
                <a:lnTo>
                  <a:pt x="1159146" y="226444"/>
                </a:lnTo>
                <a:lnTo>
                  <a:pt x="1152664" y="230813"/>
                </a:lnTo>
                <a:lnTo>
                  <a:pt x="1144725" y="232415"/>
                </a:lnTo>
                <a:close/>
              </a:path>
              <a:path w="2739390" h="615950">
                <a:moveTo>
                  <a:pt x="1369592" y="232415"/>
                </a:moveTo>
                <a:lnTo>
                  <a:pt x="1361653" y="230813"/>
                </a:lnTo>
                <a:lnTo>
                  <a:pt x="1355172" y="226444"/>
                </a:lnTo>
                <a:lnTo>
                  <a:pt x="1350803" y="219962"/>
                </a:lnTo>
                <a:lnTo>
                  <a:pt x="1349201" y="212023"/>
                </a:lnTo>
                <a:lnTo>
                  <a:pt x="1350803" y="204084"/>
                </a:lnTo>
                <a:lnTo>
                  <a:pt x="1355172" y="197603"/>
                </a:lnTo>
                <a:lnTo>
                  <a:pt x="1361653" y="193234"/>
                </a:lnTo>
                <a:lnTo>
                  <a:pt x="1369592" y="191632"/>
                </a:lnTo>
                <a:lnTo>
                  <a:pt x="1377531" y="193234"/>
                </a:lnTo>
                <a:lnTo>
                  <a:pt x="1384013" y="197603"/>
                </a:lnTo>
                <a:lnTo>
                  <a:pt x="1388382" y="204084"/>
                </a:lnTo>
                <a:lnTo>
                  <a:pt x="1389984" y="212023"/>
                </a:lnTo>
                <a:lnTo>
                  <a:pt x="1388382" y="219962"/>
                </a:lnTo>
                <a:lnTo>
                  <a:pt x="1384013" y="226444"/>
                </a:lnTo>
                <a:lnTo>
                  <a:pt x="1377531" y="230813"/>
                </a:lnTo>
                <a:lnTo>
                  <a:pt x="1369592" y="232415"/>
                </a:lnTo>
                <a:close/>
              </a:path>
              <a:path w="2739390" h="615950">
                <a:moveTo>
                  <a:pt x="1594459" y="232415"/>
                </a:moveTo>
                <a:lnTo>
                  <a:pt x="1586520" y="230813"/>
                </a:lnTo>
                <a:lnTo>
                  <a:pt x="1580039" y="226444"/>
                </a:lnTo>
                <a:lnTo>
                  <a:pt x="1575670" y="219962"/>
                </a:lnTo>
                <a:lnTo>
                  <a:pt x="1574068" y="212023"/>
                </a:lnTo>
                <a:lnTo>
                  <a:pt x="1575670" y="204084"/>
                </a:lnTo>
                <a:lnTo>
                  <a:pt x="1580039" y="197603"/>
                </a:lnTo>
                <a:lnTo>
                  <a:pt x="1586520" y="193234"/>
                </a:lnTo>
                <a:lnTo>
                  <a:pt x="1594459" y="191632"/>
                </a:lnTo>
                <a:lnTo>
                  <a:pt x="1602398" y="193234"/>
                </a:lnTo>
                <a:lnTo>
                  <a:pt x="1608880" y="197603"/>
                </a:lnTo>
                <a:lnTo>
                  <a:pt x="1613249" y="204084"/>
                </a:lnTo>
                <a:lnTo>
                  <a:pt x="1614850" y="212023"/>
                </a:lnTo>
                <a:lnTo>
                  <a:pt x="1613249" y="219962"/>
                </a:lnTo>
                <a:lnTo>
                  <a:pt x="1608880" y="226444"/>
                </a:lnTo>
                <a:lnTo>
                  <a:pt x="1602398" y="230813"/>
                </a:lnTo>
                <a:lnTo>
                  <a:pt x="1594459" y="232415"/>
                </a:lnTo>
                <a:close/>
              </a:path>
              <a:path w="2739390" h="615950">
                <a:moveTo>
                  <a:pt x="1819326" y="232415"/>
                </a:moveTo>
                <a:lnTo>
                  <a:pt x="1811387" y="230813"/>
                </a:lnTo>
                <a:lnTo>
                  <a:pt x="1804906" y="226444"/>
                </a:lnTo>
                <a:lnTo>
                  <a:pt x="1800537" y="219962"/>
                </a:lnTo>
                <a:lnTo>
                  <a:pt x="1798935" y="212023"/>
                </a:lnTo>
                <a:lnTo>
                  <a:pt x="1800537" y="204084"/>
                </a:lnTo>
                <a:lnTo>
                  <a:pt x="1804906" y="197603"/>
                </a:lnTo>
                <a:lnTo>
                  <a:pt x="1811387" y="193234"/>
                </a:lnTo>
                <a:lnTo>
                  <a:pt x="1819326" y="191632"/>
                </a:lnTo>
                <a:lnTo>
                  <a:pt x="1827265" y="193234"/>
                </a:lnTo>
                <a:lnTo>
                  <a:pt x="1833746" y="197603"/>
                </a:lnTo>
                <a:lnTo>
                  <a:pt x="1838115" y="204084"/>
                </a:lnTo>
                <a:lnTo>
                  <a:pt x="1839717" y="212023"/>
                </a:lnTo>
                <a:lnTo>
                  <a:pt x="1838115" y="219962"/>
                </a:lnTo>
                <a:lnTo>
                  <a:pt x="1833746" y="226444"/>
                </a:lnTo>
                <a:lnTo>
                  <a:pt x="1827265" y="230813"/>
                </a:lnTo>
                <a:lnTo>
                  <a:pt x="1819326" y="232415"/>
                </a:lnTo>
                <a:close/>
              </a:path>
              <a:path w="2739390" h="615950">
                <a:moveTo>
                  <a:pt x="2044193" y="232415"/>
                </a:moveTo>
                <a:lnTo>
                  <a:pt x="2036254" y="230813"/>
                </a:lnTo>
                <a:lnTo>
                  <a:pt x="2029773" y="226444"/>
                </a:lnTo>
                <a:lnTo>
                  <a:pt x="2025404" y="219962"/>
                </a:lnTo>
                <a:lnTo>
                  <a:pt x="2023802" y="212023"/>
                </a:lnTo>
                <a:lnTo>
                  <a:pt x="2025404" y="204084"/>
                </a:lnTo>
                <a:lnTo>
                  <a:pt x="2029773" y="197603"/>
                </a:lnTo>
                <a:lnTo>
                  <a:pt x="2036254" y="193234"/>
                </a:lnTo>
                <a:lnTo>
                  <a:pt x="2044193" y="191632"/>
                </a:lnTo>
                <a:lnTo>
                  <a:pt x="2052132" y="193234"/>
                </a:lnTo>
                <a:lnTo>
                  <a:pt x="2058613" y="197603"/>
                </a:lnTo>
                <a:lnTo>
                  <a:pt x="2062982" y="204084"/>
                </a:lnTo>
                <a:lnTo>
                  <a:pt x="2064584" y="212023"/>
                </a:lnTo>
                <a:lnTo>
                  <a:pt x="2062982" y="219962"/>
                </a:lnTo>
                <a:lnTo>
                  <a:pt x="2058613" y="226444"/>
                </a:lnTo>
                <a:lnTo>
                  <a:pt x="2052132" y="230813"/>
                </a:lnTo>
                <a:lnTo>
                  <a:pt x="2044193" y="232415"/>
                </a:lnTo>
                <a:close/>
              </a:path>
              <a:path w="2739390" h="615950">
                <a:moveTo>
                  <a:pt x="2269060" y="232415"/>
                </a:moveTo>
                <a:lnTo>
                  <a:pt x="2261121" y="230813"/>
                </a:lnTo>
                <a:lnTo>
                  <a:pt x="2254640" y="226444"/>
                </a:lnTo>
                <a:lnTo>
                  <a:pt x="2250271" y="219962"/>
                </a:lnTo>
                <a:lnTo>
                  <a:pt x="2248669" y="212023"/>
                </a:lnTo>
                <a:lnTo>
                  <a:pt x="2250271" y="204084"/>
                </a:lnTo>
                <a:lnTo>
                  <a:pt x="2254640" y="197603"/>
                </a:lnTo>
                <a:lnTo>
                  <a:pt x="2261121" y="193234"/>
                </a:lnTo>
                <a:lnTo>
                  <a:pt x="2269060" y="191632"/>
                </a:lnTo>
                <a:lnTo>
                  <a:pt x="2276999" y="193234"/>
                </a:lnTo>
                <a:lnTo>
                  <a:pt x="2283480" y="197603"/>
                </a:lnTo>
                <a:lnTo>
                  <a:pt x="2287849" y="204084"/>
                </a:lnTo>
                <a:lnTo>
                  <a:pt x="2289451" y="212023"/>
                </a:lnTo>
                <a:lnTo>
                  <a:pt x="2287849" y="219962"/>
                </a:lnTo>
                <a:lnTo>
                  <a:pt x="2283480" y="226444"/>
                </a:lnTo>
                <a:lnTo>
                  <a:pt x="2276999" y="230813"/>
                </a:lnTo>
                <a:lnTo>
                  <a:pt x="2269060" y="232415"/>
                </a:lnTo>
                <a:close/>
              </a:path>
              <a:path w="2739390" h="615950">
                <a:moveTo>
                  <a:pt x="2493927" y="232415"/>
                </a:moveTo>
                <a:lnTo>
                  <a:pt x="2485988" y="230813"/>
                </a:lnTo>
                <a:lnTo>
                  <a:pt x="2479507" y="226444"/>
                </a:lnTo>
                <a:lnTo>
                  <a:pt x="2475138" y="219962"/>
                </a:lnTo>
                <a:lnTo>
                  <a:pt x="2473536" y="212023"/>
                </a:lnTo>
                <a:lnTo>
                  <a:pt x="2475138" y="204084"/>
                </a:lnTo>
                <a:lnTo>
                  <a:pt x="2479507" y="197603"/>
                </a:lnTo>
                <a:lnTo>
                  <a:pt x="2485988" y="193234"/>
                </a:lnTo>
                <a:lnTo>
                  <a:pt x="2493927" y="191632"/>
                </a:lnTo>
                <a:lnTo>
                  <a:pt x="2501866" y="193234"/>
                </a:lnTo>
                <a:lnTo>
                  <a:pt x="2508347" y="197603"/>
                </a:lnTo>
                <a:lnTo>
                  <a:pt x="2512716" y="204084"/>
                </a:lnTo>
                <a:lnTo>
                  <a:pt x="2514318" y="212023"/>
                </a:lnTo>
                <a:lnTo>
                  <a:pt x="2512716" y="219962"/>
                </a:lnTo>
                <a:lnTo>
                  <a:pt x="2508347" y="226444"/>
                </a:lnTo>
                <a:lnTo>
                  <a:pt x="2501866" y="230813"/>
                </a:lnTo>
                <a:lnTo>
                  <a:pt x="2493927" y="232415"/>
                </a:lnTo>
                <a:close/>
              </a:path>
              <a:path w="2739390" h="615950">
                <a:moveTo>
                  <a:pt x="2718794" y="232415"/>
                </a:moveTo>
                <a:lnTo>
                  <a:pt x="2710855" y="230813"/>
                </a:lnTo>
                <a:lnTo>
                  <a:pt x="2704374" y="226444"/>
                </a:lnTo>
                <a:lnTo>
                  <a:pt x="2700005" y="219962"/>
                </a:lnTo>
                <a:lnTo>
                  <a:pt x="2698403" y="212023"/>
                </a:lnTo>
                <a:lnTo>
                  <a:pt x="2700005" y="204084"/>
                </a:lnTo>
                <a:lnTo>
                  <a:pt x="2704374" y="197603"/>
                </a:lnTo>
                <a:lnTo>
                  <a:pt x="2710855" y="193234"/>
                </a:lnTo>
                <a:lnTo>
                  <a:pt x="2718794" y="191632"/>
                </a:lnTo>
                <a:lnTo>
                  <a:pt x="2726733" y="193234"/>
                </a:lnTo>
                <a:lnTo>
                  <a:pt x="2733214" y="197603"/>
                </a:lnTo>
                <a:lnTo>
                  <a:pt x="2737583" y="204084"/>
                </a:lnTo>
                <a:lnTo>
                  <a:pt x="2739185" y="212023"/>
                </a:lnTo>
                <a:lnTo>
                  <a:pt x="2737583" y="219962"/>
                </a:lnTo>
                <a:lnTo>
                  <a:pt x="2733214" y="226444"/>
                </a:lnTo>
                <a:lnTo>
                  <a:pt x="2726733" y="230813"/>
                </a:lnTo>
                <a:lnTo>
                  <a:pt x="2718794" y="232415"/>
                </a:lnTo>
                <a:close/>
              </a:path>
              <a:path w="2739390" h="615950">
                <a:moveTo>
                  <a:pt x="20391" y="424047"/>
                </a:moveTo>
                <a:lnTo>
                  <a:pt x="12452" y="422445"/>
                </a:lnTo>
                <a:lnTo>
                  <a:pt x="5970" y="418076"/>
                </a:lnTo>
                <a:lnTo>
                  <a:pt x="1601" y="411595"/>
                </a:lnTo>
                <a:lnTo>
                  <a:pt x="0" y="403656"/>
                </a:lnTo>
                <a:lnTo>
                  <a:pt x="1601" y="395717"/>
                </a:lnTo>
                <a:lnTo>
                  <a:pt x="5970" y="389236"/>
                </a:lnTo>
                <a:lnTo>
                  <a:pt x="12452" y="384867"/>
                </a:lnTo>
                <a:lnTo>
                  <a:pt x="20391" y="383265"/>
                </a:lnTo>
                <a:lnTo>
                  <a:pt x="28330" y="384867"/>
                </a:lnTo>
                <a:lnTo>
                  <a:pt x="34811" y="389236"/>
                </a:lnTo>
                <a:lnTo>
                  <a:pt x="39180" y="395717"/>
                </a:lnTo>
                <a:lnTo>
                  <a:pt x="40782" y="403656"/>
                </a:lnTo>
                <a:lnTo>
                  <a:pt x="39180" y="411595"/>
                </a:lnTo>
                <a:lnTo>
                  <a:pt x="34811" y="418076"/>
                </a:lnTo>
                <a:lnTo>
                  <a:pt x="28330" y="422445"/>
                </a:lnTo>
                <a:lnTo>
                  <a:pt x="20391" y="424047"/>
                </a:lnTo>
                <a:close/>
              </a:path>
              <a:path w="2739390" h="615950">
                <a:moveTo>
                  <a:pt x="245258" y="424047"/>
                </a:moveTo>
                <a:lnTo>
                  <a:pt x="237319" y="422445"/>
                </a:lnTo>
                <a:lnTo>
                  <a:pt x="230837" y="418076"/>
                </a:lnTo>
                <a:lnTo>
                  <a:pt x="226468" y="411595"/>
                </a:lnTo>
                <a:lnTo>
                  <a:pt x="224866" y="403656"/>
                </a:lnTo>
                <a:lnTo>
                  <a:pt x="226468" y="395717"/>
                </a:lnTo>
                <a:lnTo>
                  <a:pt x="230837" y="389236"/>
                </a:lnTo>
                <a:lnTo>
                  <a:pt x="237319" y="384867"/>
                </a:lnTo>
                <a:lnTo>
                  <a:pt x="245258" y="383265"/>
                </a:lnTo>
                <a:lnTo>
                  <a:pt x="253197" y="384867"/>
                </a:lnTo>
                <a:lnTo>
                  <a:pt x="259678" y="389236"/>
                </a:lnTo>
                <a:lnTo>
                  <a:pt x="264047" y="395717"/>
                </a:lnTo>
                <a:lnTo>
                  <a:pt x="265649" y="403656"/>
                </a:lnTo>
                <a:lnTo>
                  <a:pt x="264047" y="411595"/>
                </a:lnTo>
                <a:lnTo>
                  <a:pt x="259678" y="418076"/>
                </a:lnTo>
                <a:lnTo>
                  <a:pt x="253197" y="422445"/>
                </a:lnTo>
                <a:lnTo>
                  <a:pt x="245258" y="424047"/>
                </a:lnTo>
                <a:close/>
              </a:path>
              <a:path w="2739390" h="615950">
                <a:moveTo>
                  <a:pt x="470125" y="424047"/>
                </a:moveTo>
                <a:lnTo>
                  <a:pt x="462186" y="422445"/>
                </a:lnTo>
                <a:lnTo>
                  <a:pt x="455704" y="418076"/>
                </a:lnTo>
                <a:lnTo>
                  <a:pt x="451335" y="411595"/>
                </a:lnTo>
                <a:lnTo>
                  <a:pt x="449733" y="403656"/>
                </a:lnTo>
                <a:lnTo>
                  <a:pt x="451335" y="395717"/>
                </a:lnTo>
                <a:lnTo>
                  <a:pt x="455704" y="389236"/>
                </a:lnTo>
                <a:lnTo>
                  <a:pt x="462186" y="384867"/>
                </a:lnTo>
                <a:lnTo>
                  <a:pt x="470125" y="383265"/>
                </a:lnTo>
                <a:lnTo>
                  <a:pt x="478064" y="384867"/>
                </a:lnTo>
                <a:lnTo>
                  <a:pt x="484545" y="389236"/>
                </a:lnTo>
                <a:lnTo>
                  <a:pt x="488914" y="395717"/>
                </a:lnTo>
                <a:lnTo>
                  <a:pt x="490516" y="403656"/>
                </a:lnTo>
                <a:lnTo>
                  <a:pt x="488914" y="411595"/>
                </a:lnTo>
                <a:lnTo>
                  <a:pt x="484545" y="418076"/>
                </a:lnTo>
                <a:lnTo>
                  <a:pt x="478064" y="422445"/>
                </a:lnTo>
                <a:lnTo>
                  <a:pt x="470125" y="424047"/>
                </a:lnTo>
                <a:close/>
              </a:path>
              <a:path w="2739390" h="615950">
                <a:moveTo>
                  <a:pt x="694992" y="424047"/>
                </a:moveTo>
                <a:lnTo>
                  <a:pt x="687053" y="422445"/>
                </a:lnTo>
                <a:lnTo>
                  <a:pt x="680571" y="418076"/>
                </a:lnTo>
                <a:lnTo>
                  <a:pt x="676202" y="411595"/>
                </a:lnTo>
                <a:lnTo>
                  <a:pt x="674600" y="403656"/>
                </a:lnTo>
                <a:lnTo>
                  <a:pt x="676202" y="395717"/>
                </a:lnTo>
                <a:lnTo>
                  <a:pt x="680571" y="389236"/>
                </a:lnTo>
                <a:lnTo>
                  <a:pt x="687053" y="384867"/>
                </a:lnTo>
                <a:lnTo>
                  <a:pt x="694992" y="383265"/>
                </a:lnTo>
                <a:lnTo>
                  <a:pt x="702930" y="384867"/>
                </a:lnTo>
                <a:lnTo>
                  <a:pt x="709412" y="389236"/>
                </a:lnTo>
                <a:lnTo>
                  <a:pt x="713781" y="395717"/>
                </a:lnTo>
                <a:lnTo>
                  <a:pt x="715383" y="403656"/>
                </a:lnTo>
                <a:lnTo>
                  <a:pt x="713781" y="411595"/>
                </a:lnTo>
                <a:lnTo>
                  <a:pt x="709412" y="418076"/>
                </a:lnTo>
                <a:lnTo>
                  <a:pt x="702930" y="422445"/>
                </a:lnTo>
                <a:lnTo>
                  <a:pt x="694992" y="424047"/>
                </a:lnTo>
                <a:close/>
              </a:path>
              <a:path w="2739390" h="615950">
                <a:moveTo>
                  <a:pt x="919858" y="424047"/>
                </a:moveTo>
                <a:lnTo>
                  <a:pt x="911919" y="422445"/>
                </a:lnTo>
                <a:lnTo>
                  <a:pt x="905438" y="418076"/>
                </a:lnTo>
                <a:lnTo>
                  <a:pt x="901069" y="411595"/>
                </a:lnTo>
                <a:lnTo>
                  <a:pt x="899467" y="403656"/>
                </a:lnTo>
                <a:lnTo>
                  <a:pt x="901069" y="395717"/>
                </a:lnTo>
                <a:lnTo>
                  <a:pt x="905438" y="389236"/>
                </a:lnTo>
                <a:lnTo>
                  <a:pt x="911920" y="384867"/>
                </a:lnTo>
                <a:lnTo>
                  <a:pt x="919858" y="383265"/>
                </a:lnTo>
                <a:lnTo>
                  <a:pt x="927797" y="384867"/>
                </a:lnTo>
                <a:lnTo>
                  <a:pt x="934279" y="389236"/>
                </a:lnTo>
                <a:lnTo>
                  <a:pt x="938648" y="395717"/>
                </a:lnTo>
                <a:lnTo>
                  <a:pt x="940250" y="403656"/>
                </a:lnTo>
                <a:lnTo>
                  <a:pt x="938648" y="411595"/>
                </a:lnTo>
                <a:lnTo>
                  <a:pt x="934279" y="418076"/>
                </a:lnTo>
                <a:lnTo>
                  <a:pt x="927797" y="422445"/>
                </a:lnTo>
                <a:lnTo>
                  <a:pt x="919858" y="424047"/>
                </a:lnTo>
                <a:close/>
              </a:path>
              <a:path w="2739390" h="615950">
                <a:moveTo>
                  <a:pt x="1144725" y="424047"/>
                </a:moveTo>
                <a:lnTo>
                  <a:pt x="1136786" y="422445"/>
                </a:lnTo>
                <a:lnTo>
                  <a:pt x="1130305" y="418076"/>
                </a:lnTo>
                <a:lnTo>
                  <a:pt x="1125936" y="411595"/>
                </a:lnTo>
                <a:lnTo>
                  <a:pt x="1124334" y="403656"/>
                </a:lnTo>
                <a:lnTo>
                  <a:pt x="1125936" y="395717"/>
                </a:lnTo>
                <a:lnTo>
                  <a:pt x="1130305" y="389236"/>
                </a:lnTo>
                <a:lnTo>
                  <a:pt x="1136786" y="384867"/>
                </a:lnTo>
                <a:lnTo>
                  <a:pt x="1144725" y="383265"/>
                </a:lnTo>
                <a:lnTo>
                  <a:pt x="1152664" y="384867"/>
                </a:lnTo>
                <a:lnTo>
                  <a:pt x="1159146" y="389236"/>
                </a:lnTo>
                <a:lnTo>
                  <a:pt x="1163515" y="395717"/>
                </a:lnTo>
                <a:lnTo>
                  <a:pt x="1165117" y="403656"/>
                </a:lnTo>
                <a:lnTo>
                  <a:pt x="1163515" y="411595"/>
                </a:lnTo>
                <a:lnTo>
                  <a:pt x="1159146" y="418076"/>
                </a:lnTo>
                <a:lnTo>
                  <a:pt x="1152664" y="422445"/>
                </a:lnTo>
                <a:lnTo>
                  <a:pt x="1144725" y="424047"/>
                </a:lnTo>
                <a:close/>
              </a:path>
              <a:path w="2739390" h="615950">
                <a:moveTo>
                  <a:pt x="1369592" y="424047"/>
                </a:moveTo>
                <a:lnTo>
                  <a:pt x="1361653" y="422445"/>
                </a:lnTo>
                <a:lnTo>
                  <a:pt x="1355172" y="418076"/>
                </a:lnTo>
                <a:lnTo>
                  <a:pt x="1350803" y="411595"/>
                </a:lnTo>
                <a:lnTo>
                  <a:pt x="1349201" y="403656"/>
                </a:lnTo>
                <a:lnTo>
                  <a:pt x="1350803" y="395717"/>
                </a:lnTo>
                <a:lnTo>
                  <a:pt x="1355172" y="389236"/>
                </a:lnTo>
                <a:lnTo>
                  <a:pt x="1361653" y="384867"/>
                </a:lnTo>
                <a:lnTo>
                  <a:pt x="1369592" y="383265"/>
                </a:lnTo>
                <a:lnTo>
                  <a:pt x="1377531" y="384867"/>
                </a:lnTo>
                <a:lnTo>
                  <a:pt x="1384013" y="389236"/>
                </a:lnTo>
                <a:lnTo>
                  <a:pt x="1388382" y="395717"/>
                </a:lnTo>
                <a:lnTo>
                  <a:pt x="1389984" y="403656"/>
                </a:lnTo>
                <a:lnTo>
                  <a:pt x="1388382" y="411595"/>
                </a:lnTo>
                <a:lnTo>
                  <a:pt x="1384013" y="418076"/>
                </a:lnTo>
                <a:lnTo>
                  <a:pt x="1377531" y="422445"/>
                </a:lnTo>
                <a:lnTo>
                  <a:pt x="1369592" y="424047"/>
                </a:lnTo>
                <a:close/>
              </a:path>
              <a:path w="2739390" h="615950">
                <a:moveTo>
                  <a:pt x="1594459" y="424047"/>
                </a:moveTo>
                <a:lnTo>
                  <a:pt x="1586520" y="422445"/>
                </a:lnTo>
                <a:lnTo>
                  <a:pt x="1580039" y="418076"/>
                </a:lnTo>
                <a:lnTo>
                  <a:pt x="1575670" y="411595"/>
                </a:lnTo>
                <a:lnTo>
                  <a:pt x="1574068" y="403656"/>
                </a:lnTo>
                <a:lnTo>
                  <a:pt x="1575670" y="395717"/>
                </a:lnTo>
                <a:lnTo>
                  <a:pt x="1580039" y="389236"/>
                </a:lnTo>
                <a:lnTo>
                  <a:pt x="1586520" y="384867"/>
                </a:lnTo>
                <a:lnTo>
                  <a:pt x="1594459" y="383265"/>
                </a:lnTo>
                <a:lnTo>
                  <a:pt x="1602398" y="384867"/>
                </a:lnTo>
                <a:lnTo>
                  <a:pt x="1608880" y="389236"/>
                </a:lnTo>
                <a:lnTo>
                  <a:pt x="1613249" y="395717"/>
                </a:lnTo>
                <a:lnTo>
                  <a:pt x="1614850" y="403656"/>
                </a:lnTo>
                <a:lnTo>
                  <a:pt x="1613249" y="411595"/>
                </a:lnTo>
                <a:lnTo>
                  <a:pt x="1608880" y="418076"/>
                </a:lnTo>
                <a:lnTo>
                  <a:pt x="1602398" y="422445"/>
                </a:lnTo>
                <a:lnTo>
                  <a:pt x="1594459" y="424047"/>
                </a:lnTo>
                <a:close/>
              </a:path>
              <a:path w="2739390" h="615950">
                <a:moveTo>
                  <a:pt x="1819326" y="424047"/>
                </a:moveTo>
                <a:lnTo>
                  <a:pt x="1811387" y="422445"/>
                </a:lnTo>
                <a:lnTo>
                  <a:pt x="1804906" y="418076"/>
                </a:lnTo>
                <a:lnTo>
                  <a:pt x="1800537" y="411595"/>
                </a:lnTo>
                <a:lnTo>
                  <a:pt x="1798935" y="403656"/>
                </a:lnTo>
                <a:lnTo>
                  <a:pt x="1800537" y="395717"/>
                </a:lnTo>
                <a:lnTo>
                  <a:pt x="1804906" y="389236"/>
                </a:lnTo>
                <a:lnTo>
                  <a:pt x="1811387" y="384867"/>
                </a:lnTo>
                <a:lnTo>
                  <a:pt x="1819326" y="383265"/>
                </a:lnTo>
                <a:lnTo>
                  <a:pt x="1827265" y="384867"/>
                </a:lnTo>
                <a:lnTo>
                  <a:pt x="1833746" y="389236"/>
                </a:lnTo>
                <a:lnTo>
                  <a:pt x="1838115" y="395717"/>
                </a:lnTo>
                <a:lnTo>
                  <a:pt x="1839717" y="403656"/>
                </a:lnTo>
                <a:lnTo>
                  <a:pt x="1838115" y="411595"/>
                </a:lnTo>
                <a:lnTo>
                  <a:pt x="1833746" y="418076"/>
                </a:lnTo>
                <a:lnTo>
                  <a:pt x="1827265" y="422445"/>
                </a:lnTo>
                <a:lnTo>
                  <a:pt x="1819326" y="424047"/>
                </a:lnTo>
                <a:close/>
              </a:path>
              <a:path w="2739390" h="615950">
                <a:moveTo>
                  <a:pt x="2044193" y="424047"/>
                </a:moveTo>
                <a:lnTo>
                  <a:pt x="2036254" y="422445"/>
                </a:lnTo>
                <a:lnTo>
                  <a:pt x="2029773" y="418076"/>
                </a:lnTo>
                <a:lnTo>
                  <a:pt x="2025404" y="411595"/>
                </a:lnTo>
                <a:lnTo>
                  <a:pt x="2023802" y="403656"/>
                </a:lnTo>
                <a:lnTo>
                  <a:pt x="2025404" y="395717"/>
                </a:lnTo>
                <a:lnTo>
                  <a:pt x="2029773" y="389236"/>
                </a:lnTo>
                <a:lnTo>
                  <a:pt x="2036254" y="384867"/>
                </a:lnTo>
                <a:lnTo>
                  <a:pt x="2044193" y="383265"/>
                </a:lnTo>
                <a:lnTo>
                  <a:pt x="2052132" y="384867"/>
                </a:lnTo>
                <a:lnTo>
                  <a:pt x="2058613" y="389236"/>
                </a:lnTo>
                <a:lnTo>
                  <a:pt x="2062982" y="395717"/>
                </a:lnTo>
                <a:lnTo>
                  <a:pt x="2064584" y="403656"/>
                </a:lnTo>
                <a:lnTo>
                  <a:pt x="2062982" y="411595"/>
                </a:lnTo>
                <a:lnTo>
                  <a:pt x="2058613" y="418076"/>
                </a:lnTo>
                <a:lnTo>
                  <a:pt x="2052132" y="422445"/>
                </a:lnTo>
                <a:lnTo>
                  <a:pt x="2044193" y="424047"/>
                </a:lnTo>
                <a:close/>
              </a:path>
              <a:path w="2739390" h="615950">
                <a:moveTo>
                  <a:pt x="2269060" y="424047"/>
                </a:moveTo>
                <a:lnTo>
                  <a:pt x="2261121" y="422445"/>
                </a:lnTo>
                <a:lnTo>
                  <a:pt x="2254640" y="418076"/>
                </a:lnTo>
                <a:lnTo>
                  <a:pt x="2250271" y="411595"/>
                </a:lnTo>
                <a:lnTo>
                  <a:pt x="2248669" y="403656"/>
                </a:lnTo>
                <a:lnTo>
                  <a:pt x="2250271" y="395717"/>
                </a:lnTo>
                <a:lnTo>
                  <a:pt x="2254640" y="389236"/>
                </a:lnTo>
                <a:lnTo>
                  <a:pt x="2261121" y="384867"/>
                </a:lnTo>
                <a:lnTo>
                  <a:pt x="2269060" y="383265"/>
                </a:lnTo>
                <a:lnTo>
                  <a:pt x="2276999" y="384867"/>
                </a:lnTo>
                <a:lnTo>
                  <a:pt x="2283480" y="389236"/>
                </a:lnTo>
                <a:lnTo>
                  <a:pt x="2287849" y="395717"/>
                </a:lnTo>
                <a:lnTo>
                  <a:pt x="2289451" y="403656"/>
                </a:lnTo>
                <a:lnTo>
                  <a:pt x="2287849" y="411595"/>
                </a:lnTo>
                <a:lnTo>
                  <a:pt x="2283480" y="418076"/>
                </a:lnTo>
                <a:lnTo>
                  <a:pt x="2276999" y="422445"/>
                </a:lnTo>
                <a:lnTo>
                  <a:pt x="2269060" y="424047"/>
                </a:lnTo>
                <a:close/>
              </a:path>
              <a:path w="2739390" h="615950">
                <a:moveTo>
                  <a:pt x="2493927" y="424047"/>
                </a:moveTo>
                <a:lnTo>
                  <a:pt x="2485988" y="422445"/>
                </a:lnTo>
                <a:lnTo>
                  <a:pt x="2479507" y="418076"/>
                </a:lnTo>
                <a:lnTo>
                  <a:pt x="2475138" y="411595"/>
                </a:lnTo>
                <a:lnTo>
                  <a:pt x="2473536" y="403656"/>
                </a:lnTo>
                <a:lnTo>
                  <a:pt x="2475138" y="395717"/>
                </a:lnTo>
                <a:lnTo>
                  <a:pt x="2479507" y="389236"/>
                </a:lnTo>
                <a:lnTo>
                  <a:pt x="2485988" y="384867"/>
                </a:lnTo>
                <a:lnTo>
                  <a:pt x="2493927" y="383265"/>
                </a:lnTo>
                <a:lnTo>
                  <a:pt x="2501866" y="384867"/>
                </a:lnTo>
                <a:lnTo>
                  <a:pt x="2508347" y="389236"/>
                </a:lnTo>
                <a:lnTo>
                  <a:pt x="2512716" y="395717"/>
                </a:lnTo>
                <a:lnTo>
                  <a:pt x="2514318" y="403656"/>
                </a:lnTo>
                <a:lnTo>
                  <a:pt x="2512716" y="411595"/>
                </a:lnTo>
                <a:lnTo>
                  <a:pt x="2508347" y="418076"/>
                </a:lnTo>
                <a:lnTo>
                  <a:pt x="2501866" y="422445"/>
                </a:lnTo>
                <a:lnTo>
                  <a:pt x="2493927" y="424047"/>
                </a:lnTo>
                <a:close/>
              </a:path>
              <a:path w="2739390" h="615950">
                <a:moveTo>
                  <a:pt x="2718794" y="424047"/>
                </a:moveTo>
                <a:lnTo>
                  <a:pt x="2710855" y="422445"/>
                </a:lnTo>
                <a:lnTo>
                  <a:pt x="2704374" y="418076"/>
                </a:lnTo>
                <a:lnTo>
                  <a:pt x="2700005" y="411595"/>
                </a:lnTo>
                <a:lnTo>
                  <a:pt x="2698403" y="403656"/>
                </a:lnTo>
                <a:lnTo>
                  <a:pt x="2700005" y="395717"/>
                </a:lnTo>
                <a:lnTo>
                  <a:pt x="2704374" y="389236"/>
                </a:lnTo>
                <a:lnTo>
                  <a:pt x="2710855" y="384867"/>
                </a:lnTo>
                <a:lnTo>
                  <a:pt x="2718794" y="383265"/>
                </a:lnTo>
                <a:lnTo>
                  <a:pt x="2726733" y="384867"/>
                </a:lnTo>
                <a:lnTo>
                  <a:pt x="2733214" y="389236"/>
                </a:lnTo>
                <a:lnTo>
                  <a:pt x="2737583" y="395717"/>
                </a:lnTo>
                <a:lnTo>
                  <a:pt x="2739185" y="403656"/>
                </a:lnTo>
                <a:lnTo>
                  <a:pt x="2737583" y="411595"/>
                </a:lnTo>
                <a:lnTo>
                  <a:pt x="2733214" y="418076"/>
                </a:lnTo>
                <a:lnTo>
                  <a:pt x="2726733" y="422445"/>
                </a:lnTo>
                <a:lnTo>
                  <a:pt x="2718794" y="424047"/>
                </a:lnTo>
                <a:close/>
              </a:path>
              <a:path w="2739390" h="615950">
                <a:moveTo>
                  <a:pt x="20391" y="615567"/>
                </a:moveTo>
                <a:lnTo>
                  <a:pt x="12452" y="613965"/>
                </a:lnTo>
                <a:lnTo>
                  <a:pt x="5970" y="609596"/>
                </a:lnTo>
                <a:lnTo>
                  <a:pt x="1601" y="603115"/>
                </a:lnTo>
                <a:lnTo>
                  <a:pt x="0" y="595176"/>
                </a:lnTo>
                <a:lnTo>
                  <a:pt x="1601" y="587237"/>
                </a:lnTo>
                <a:lnTo>
                  <a:pt x="5970" y="580756"/>
                </a:lnTo>
                <a:lnTo>
                  <a:pt x="12452" y="576386"/>
                </a:lnTo>
                <a:lnTo>
                  <a:pt x="20391" y="574785"/>
                </a:lnTo>
                <a:lnTo>
                  <a:pt x="28330" y="576386"/>
                </a:lnTo>
                <a:lnTo>
                  <a:pt x="34811" y="580756"/>
                </a:lnTo>
                <a:lnTo>
                  <a:pt x="39180" y="587237"/>
                </a:lnTo>
                <a:lnTo>
                  <a:pt x="40782" y="595176"/>
                </a:lnTo>
                <a:lnTo>
                  <a:pt x="39180" y="603115"/>
                </a:lnTo>
                <a:lnTo>
                  <a:pt x="34811" y="609596"/>
                </a:lnTo>
                <a:lnTo>
                  <a:pt x="28330" y="613965"/>
                </a:lnTo>
                <a:lnTo>
                  <a:pt x="20391" y="615567"/>
                </a:lnTo>
                <a:close/>
              </a:path>
              <a:path w="2739390" h="615950">
                <a:moveTo>
                  <a:pt x="245258" y="615567"/>
                </a:moveTo>
                <a:lnTo>
                  <a:pt x="237319" y="613965"/>
                </a:lnTo>
                <a:lnTo>
                  <a:pt x="230837" y="609596"/>
                </a:lnTo>
                <a:lnTo>
                  <a:pt x="226468" y="603115"/>
                </a:lnTo>
                <a:lnTo>
                  <a:pt x="224866" y="595176"/>
                </a:lnTo>
                <a:lnTo>
                  <a:pt x="226468" y="587237"/>
                </a:lnTo>
                <a:lnTo>
                  <a:pt x="230837" y="580756"/>
                </a:lnTo>
                <a:lnTo>
                  <a:pt x="237319" y="576386"/>
                </a:lnTo>
                <a:lnTo>
                  <a:pt x="245258" y="574785"/>
                </a:lnTo>
                <a:lnTo>
                  <a:pt x="253197" y="576386"/>
                </a:lnTo>
                <a:lnTo>
                  <a:pt x="259678" y="580756"/>
                </a:lnTo>
                <a:lnTo>
                  <a:pt x="264047" y="587237"/>
                </a:lnTo>
                <a:lnTo>
                  <a:pt x="265649" y="595176"/>
                </a:lnTo>
                <a:lnTo>
                  <a:pt x="264047" y="603115"/>
                </a:lnTo>
                <a:lnTo>
                  <a:pt x="259678" y="609596"/>
                </a:lnTo>
                <a:lnTo>
                  <a:pt x="253197" y="613965"/>
                </a:lnTo>
                <a:lnTo>
                  <a:pt x="245258" y="615567"/>
                </a:lnTo>
                <a:close/>
              </a:path>
              <a:path w="2739390" h="615950">
                <a:moveTo>
                  <a:pt x="470125" y="615567"/>
                </a:moveTo>
                <a:lnTo>
                  <a:pt x="462186" y="613965"/>
                </a:lnTo>
                <a:lnTo>
                  <a:pt x="455704" y="609596"/>
                </a:lnTo>
                <a:lnTo>
                  <a:pt x="451335" y="603115"/>
                </a:lnTo>
                <a:lnTo>
                  <a:pt x="449733" y="595176"/>
                </a:lnTo>
                <a:lnTo>
                  <a:pt x="451335" y="587237"/>
                </a:lnTo>
                <a:lnTo>
                  <a:pt x="455704" y="580756"/>
                </a:lnTo>
                <a:lnTo>
                  <a:pt x="462186" y="576386"/>
                </a:lnTo>
                <a:lnTo>
                  <a:pt x="470125" y="574785"/>
                </a:lnTo>
                <a:lnTo>
                  <a:pt x="478064" y="576386"/>
                </a:lnTo>
                <a:lnTo>
                  <a:pt x="484545" y="580756"/>
                </a:lnTo>
                <a:lnTo>
                  <a:pt x="488914" y="587237"/>
                </a:lnTo>
                <a:lnTo>
                  <a:pt x="490516" y="595176"/>
                </a:lnTo>
                <a:lnTo>
                  <a:pt x="488914" y="603115"/>
                </a:lnTo>
                <a:lnTo>
                  <a:pt x="484545" y="609596"/>
                </a:lnTo>
                <a:lnTo>
                  <a:pt x="478064" y="613965"/>
                </a:lnTo>
                <a:lnTo>
                  <a:pt x="470125" y="615567"/>
                </a:lnTo>
                <a:close/>
              </a:path>
              <a:path w="2739390" h="615950">
                <a:moveTo>
                  <a:pt x="694992" y="615567"/>
                </a:moveTo>
                <a:lnTo>
                  <a:pt x="687053" y="613965"/>
                </a:lnTo>
                <a:lnTo>
                  <a:pt x="680571" y="609596"/>
                </a:lnTo>
                <a:lnTo>
                  <a:pt x="676202" y="603115"/>
                </a:lnTo>
                <a:lnTo>
                  <a:pt x="674600" y="595176"/>
                </a:lnTo>
                <a:lnTo>
                  <a:pt x="676202" y="587237"/>
                </a:lnTo>
                <a:lnTo>
                  <a:pt x="680571" y="580756"/>
                </a:lnTo>
                <a:lnTo>
                  <a:pt x="687053" y="576386"/>
                </a:lnTo>
                <a:lnTo>
                  <a:pt x="694992" y="574785"/>
                </a:lnTo>
                <a:lnTo>
                  <a:pt x="702930" y="576386"/>
                </a:lnTo>
                <a:lnTo>
                  <a:pt x="709412" y="580756"/>
                </a:lnTo>
                <a:lnTo>
                  <a:pt x="713781" y="587237"/>
                </a:lnTo>
                <a:lnTo>
                  <a:pt x="715383" y="595176"/>
                </a:lnTo>
                <a:lnTo>
                  <a:pt x="713781" y="603115"/>
                </a:lnTo>
                <a:lnTo>
                  <a:pt x="709412" y="609596"/>
                </a:lnTo>
                <a:lnTo>
                  <a:pt x="702930" y="613965"/>
                </a:lnTo>
                <a:lnTo>
                  <a:pt x="694992" y="615567"/>
                </a:lnTo>
                <a:close/>
              </a:path>
              <a:path w="2739390" h="615950">
                <a:moveTo>
                  <a:pt x="919858" y="615567"/>
                </a:moveTo>
                <a:lnTo>
                  <a:pt x="911919" y="613965"/>
                </a:lnTo>
                <a:lnTo>
                  <a:pt x="905438" y="609596"/>
                </a:lnTo>
                <a:lnTo>
                  <a:pt x="901069" y="603115"/>
                </a:lnTo>
                <a:lnTo>
                  <a:pt x="899467" y="595176"/>
                </a:lnTo>
                <a:lnTo>
                  <a:pt x="901069" y="587237"/>
                </a:lnTo>
                <a:lnTo>
                  <a:pt x="905438" y="580756"/>
                </a:lnTo>
                <a:lnTo>
                  <a:pt x="911920" y="576386"/>
                </a:lnTo>
                <a:lnTo>
                  <a:pt x="919858" y="574785"/>
                </a:lnTo>
                <a:lnTo>
                  <a:pt x="927797" y="576386"/>
                </a:lnTo>
                <a:lnTo>
                  <a:pt x="934279" y="580756"/>
                </a:lnTo>
                <a:lnTo>
                  <a:pt x="938648" y="587237"/>
                </a:lnTo>
                <a:lnTo>
                  <a:pt x="940250" y="595176"/>
                </a:lnTo>
                <a:lnTo>
                  <a:pt x="938648" y="603115"/>
                </a:lnTo>
                <a:lnTo>
                  <a:pt x="934279" y="609596"/>
                </a:lnTo>
                <a:lnTo>
                  <a:pt x="927797" y="613965"/>
                </a:lnTo>
                <a:lnTo>
                  <a:pt x="919858" y="615567"/>
                </a:lnTo>
                <a:close/>
              </a:path>
              <a:path w="2739390" h="615950">
                <a:moveTo>
                  <a:pt x="1144725" y="615567"/>
                </a:moveTo>
                <a:lnTo>
                  <a:pt x="1136786" y="613965"/>
                </a:lnTo>
                <a:lnTo>
                  <a:pt x="1130305" y="609596"/>
                </a:lnTo>
                <a:lnTo>
                  <a:pt x="1125936" y="603115"/>
                </a:lnTo>
                <a:lnTo>
                  <a:pt x="1124334" y="595176"/>
                </a:lnTo>
                <a:lnTo>
                  <a:pt x="1125936" y="587237"/>
                </a:lnTo>
                <a:lnTo>
                  <a:pt x="1130305" y="580756"/>
                </a:lnTo>
                <a:lnTo>
                  <a:pt x="1136786" y="576386"/>
                </a:lnTo>
                <a:lnTo>
                  <a:pt x="1144725" y="574785"/>
                </a:lnTo>
                <a:lnTo>
                  <a:pt x="1152664" y="576386"/>
                </a:lnTo>
                <a:lnTo>
                  <a:pt x="1159146" y="580756"/>
                </a:lnTo>
                <a:lnTo>
                  <a:pt x="1163515" y="587237"/>
                </a:lnTo>
                <a:lnTo>
                  <a:pt x="1165117" y="595176"/>
                </a:lnTo>
                <a:lnTo>
                  <a:pt x="1163515" y="603115"/>
                </a:lnTo>
                <a:lnTo>
                  <a:pt x="1159146" y="609596"/>
                </a:lnTo>
                <a:lnTo>
                  <a:pt x="1152664" y="613965"/>
                </a:lnTo>
                <a:lnTo>
                  <a:pt x="1144725" y="615567"/>
                </a:lnTo>
                <a:close/>
              </a:path>
              <a:path w="2739390" h="615950">
                <a:moveTo>
                  <a:pt x="1369592" y="615567"/>
                </a:moveTo>
                <a:lnTo>
                  <a:pt x="1361653" y="613965"/>
                </a:lnTo>
                <a:lnTo>
                  <a:pt x="1355172" y="609596"/>
                </a:lnTo>
                <a:lnTo>
                  <a:pt x="1350803" y="603115"/>
                </a:lnTo>
                <a:lnTo>
                  <a:pt x="1349201" y="595176"/>
                </a:lnTo>
                <a:lnTo>
                  <a:pt x="1350803" y="587237"/>
                </a:lnTo>
                <a:lnTo>
                  <a:pt x="1355172" y="580756"/>
                </a:lnTo>
                <a:lnTo>
                  <a:pt x="1361653" y="576386"/>
                </a:lnTo>
                <a:lnTo>
                  <a:pt x="1369592" y="574785"/>
                </a:lnTo>
                <a:lnTo>
                  <a:pt x="1377531" y="576386"/>
                </a:lnTo>
                <a:lnTo>
                  <a:pt x="1384013" y="580756"/>
                </a:lnTo>
                <a:lnTo>
                  <a:pt x="1388382" y="587237"/>
                </a:lnTo>
                <a:lnTo>
                  <a:pt x="1389984" y="595176"/>
                </a:lnTo>
                <a:lnTo>
                  <a:pt x="1388382" y="603115"/>
                </a:lnTo>
                <a:lnTo>
                  <a:pt x="1384013" y="609596"/>
                </a:lnTo>
                <a:lnTo>
                  <a:pt x="1377531" y="613965"/>
                </a:lnTo>
                <a:lnTo>
                  <a:pt x="1369592" y="615567"/>
                </a:lnTo>
                <a:close/>
              </a:path>
              <a:path w="2739390" h="615950">
                <a:moveTo>
                  <a:pt x="1594459" y="615567"/>
                </a:moveTo>
                <a:lnTo>
                  <a:pt x="1586520" y="613965"/>
                </a:lnTo>
                <a:lnTo>
                  <a:pt x="1580039" y="609596"/>
                </a:lnTo>
                <a:lnTo>
                  <a:pt x="1575670" y="603115"/>
                </a:lnTo>
                <a:lnTo>
                  <a:pt x="1574068" y="595176"/>
                </a:lnTo>
                <a:lnTo>
                  <a:pt x="1575670" y="587237"/>
                </a:lnTo>
                <a:lnTo>
                  <a:pt x="1580039" y="580756"/>
                </a:lnTo>
                <a:lnTo>
                  <a:pt x="1586520" y="576386"/>
                </a:lnTo>
                <a:lnTo>
                  <a:pt x="1594459" y="574785"/>
                </a:lnTo>
                <a:lnTo>
                  <a:pt x="1602398" y="576386"/>
                </a:lnTo>
                <a:lnTo>
                  <a:pt x="1608880" y="580756"/>
                </a:lnTo>
                <a:lnTo>
                  <a:pt x="1613249" y="587237"/>
                </a:lnTo>
                <a:lnTo>
                  <a:pt x="1614850" y="595176"/>
                </a:lnTo>
                <a:lnTo>
                  <a:pt x="1613249" y="603115"/>
                </a:lnTo>
                <a:lnTo>
                  <a:pt x="1608880" y="609596"/>
                </a:lnTo>
                <a:lnTo>
                  <a:pt x="1602398" y="613965"/>
                </a:lnTo>
                <a:lnTo>
                  <a:pt x="1594459" y="615567"/>
                </a:lnTo>
                <a:close/>
              </a:path>
              <a:path w="2739390" h="615950">
                <a:moveTo>
                  <a:pt x="1819326" y="615567"/>
                </a:moveTo>
                <a:lnTo>
                  <a:pt x="1811387" y="613965"/>
                </a:lnTo>
                <a:lnTo>
                  <a:pt x="1804906" y="609596"/>
                </a:lnTo>
                <a:lnTo>
                  <a:pt x="1800537" y="603115"/>
                </a:lnTo>
                <a:lnTo>
                  <a:pt x="1798935" y="595176"/>
                </a:lnTo>
                <a:lnTo>
                  <a:pt x="1800537" y="587237"/>
                </a:lnTo>
                <a:lnTo>
                  <a:pt x="1804906" y="580756"/>
                </a:lnTo>
                <a:lnTo>
                  <a:pt x="1811387" y="576386"/>
                </a:lnTo>
                <a:lnTo>
                  <a:pt x="1819326" y="574785"/>
                </a:lnTo>
                <a:lnTo>
                  <a:pt x="1827265" y="576386"/>
                </a:lnTo>
                <a:lnTo>
                  <a:pt x="1833746" y="580756"/>
                </a:lnTo>
                <a:lnTo>
                  <a:pt x="1838115" y="587237"/>
                </a:lnTo>
                <a:lnTo>
                  <a:pt x="1839717" y="595176"/>
                </a:lnTo>
                <a:lnTo>
                  <a:pt x="1838115" y="603115"/>
                </a:lnTo>
                <a:lnTo>
                  <a:pt x="1833746" y="609596"/>
                </a:lnTo>
                <a:lnTo>
                  <a:pt x="1827265" y="613965"/>
                </a:lnTo>
                <a:lnTo>
                  <a:pt x="1819326" y="615567"/>
                </a:lnTo>
                <a:close/>
              </a:path>
              <a:path w="2739390" h="615950">
                <a:moveTo>
                  <a:pt x="2044193" y="615567"/>
                </a:moveTo>
                <a:lnTo>
                  <a:pt x="2036254" y="613965"/>
                </a:lnTo>
                <a:lnTo>
                  <a:pt x="2029773" y="609596"/>
                </a:lnTo>
                <a:lnTo>
                  <a:pt x="2025404" y="603115"/>
                </a:lnTo>
                <a:lnTo>
                  <a:pt x="2023802" y="595176"/>
                </a:lnTo>
                <a:lnTo>
                  <a:pt x="2025404" y="587237"/>
                </a:lnTo>
                <a:lnTo>
                  <a:pt x="2029773" y="580756"/>
                </a:lnTo>
                <a:lnTo>
                  <a:pt x="2036254" y="576386"/>
                </a:lnTo>
                <a:lnTo>
                  <a:pt x="2044193" y="574785"/>
                </a:lnTo>
                <a:lnTo>
                  <a:pt x="2052132" y="576386"/>
                </a:lnTo>
                <a:lnTo>
                  <a:pt x="2058613" y="580756"/>
                </a:lnTo>
                <a:lnTo>
                  <a:pt x="2062982" y="587237"/>
                </a:lnTo>
                <a:lnTo>
                  <a:pt x="2064584" y="595176"/>
                </a:lnTo>
                <a:lnTo>
                  <a:pt x="2062982" y="603115"/>
                </a:lnTo>
                <a:lnTo>
                  <a:pt x="2058613" y="609596"/>
                </a:lnTo>
                <a:lnTo>
                  <a:pt x="2052132" y="613965"/>
                </a:lnTo>
                <a:lnTo>
                  <a:pt x="2044193" y="615567"/>
                </a:lnTo>
                <a:close/>
              </a:path>
              <a:path w="2739390" h="615950">
                <a:moveTo>
                  <a:pt x="2269060" y="615567"/>
                </a:moveTo>
                <a:lnTo>
                  <a:pt x="2261121" y="613965"/>
                </a:lnTo>
                <a:lnTo>
                  <a:pt x="2254640" y="609596"/>
                </a:lnTo>
                <a:lnTo>
                  <a:pt x="2250271" y="603115"/>
                </a:lnTo>
                <a:lnTo>
                  <a:pt x="2248669" y="595176"/>
                </a:lnTo>
                <a:lnTo>
                  <a:pt x="2250271" y="587237"/>
                </a:lnTo>
                <a:lnTo>
                  <a:pt x="2254640" y="580756"/>
                </a:lnTo>
                <a:lnTo>
                  <a:pt x="2261121" y="576386"/>
                </a:lnTo>
                <a:lnTo>
                  <a:pt x="2269060" y="574785"/>
                </a:lnTo>
                <a:lnTo>
                  <a:pt x="2276999" y="576386"/>
                </a:lnTo>
                <a:lnTo>
                  <a:pt x="2283480" y="580756"/>
                </a:lnTo>
                <a:lnTo>
                  <a:pt x="2287849" y="587237"/>
                </a:lnTo>
                <a:lnTo>
                  <a:pt x="2289451" y="595176"/>
                </a:lnTo>
                <a:lnTo>
                  <a:pt x="2287849" y="603115"/>
                </a:lnTo>
                <a:lnTo>
                  <a:pt x="2283480" y="609596"/>
                </a:lnTo>
                <a:lnTo>
                  <a:pt x="2276999" y="613965"/>
                </a:lnTo>
                <a:lnTo>
                  <a:pt x="2269060" y="615567"/>
                </a:lnTo>
                <a:close/>
              </a:path>
              <a:path w="2739390" h="615950">
                <a:moveTo>
                  <a:pt x="2493927" y="615567"/>
                </a:moveTo>
                <a:lnTo>
                  <a:pt x="2485988" y="613965"/>
                </a:lnTo>
                <a:lnTo>
                  <a:pt x="2479507" y="609596"/>
                </a:lnTo>
                <a:lnTo>
                  <a:pt x="2475138" y="603115"/>
                </a:lnTo>
                <a:lnTo>
                  <a:pt x="2473536" y="595176"/>
                </a:lnTo>
                <a:lnTo>
                  <a:pt x="2475138" y="587237"/>
                </a:lnTo>
                <a:lnTo>
                  <a:pt x="2479507" y="580756"/>
                </a:lnTo>
                <a:lnTo>
                  <a:pt x="2485988" y="576386"/>
                </a:lnTo>
                <a:lnTo>
                  <a:pt x="2493927" y="574785"/>
                </a:lnTo>
                <a:lnTo>
                  <a:pt x="2501866" y="576386"/>
                </a:lnTo>
                <a:lnTo>
                  <a:pt x="2508347" y="580756"/>
                </a:lnTo>
                <a:lnTo>
                  <a:pt x="2512716" y="587237"/>
                </a:lnTo>
                <a:lnTo>
                  <a:pt x="2514318" y="595176"/>
                </a:lnTo>
                <a:lnTo>
                  <a:pt x="2512716" y="603115"/>
                </a:lnTo>
                <a:lnTo>
                  <a:pt x="2508347" y="609596"/>
                </a:lnTo>
                <a:lnTo>
                  <a:pt x="2501866" y="613965"/>
                </a:lnTo>
                <a:lnTo>
                  <a:pt x="2493927" y="615567"/>
                </a:lnTo>
                <a:close/>
              </a:path>
              <a:path w="2739390" h="615950">
                <a:moveTo>
                  <a:pt x="2718794" y="615567"/>
                </a:moveTo>
                <a:lnTo>
                  <a:pt x="2710855" y="613965"/>
                </a:lnTo>
                <a:lnTo>
                  <a:pt x="2704374" y="609596"/>
                </a:lnTo>
                <a:lnTo>
                  <a:pt x="2700005" y="603115"/>
                </a:lnTo>
                <a:lnTo>
                  <a:pt x="2698403" y="595176"/>
                </a:lnTo>
                <a:lnTo>
                  <a:pt x="2700005" y="587237"/>
                </a:lnTo>
                <a:lnTo>
                  <a:pt x="2704374" y="580756"/>
                </a:lnTo>
                <a:lnTo>
                  <a:pt x="2710855" y="576386"/>
                </a:lnTo>
                <a:lnTo>
                  <a:pt x="2718794" y="574785"/>
                </a:lnTo>
                <a:lnTo>
                  <a:pt x="2726733" y="576386"/>
                </a:lnTo>
                <a:lnTo>
                  <a:pt x="2733214" y="580756"/>
                </a:lnTo>
                <a:lnTo>
                  <a:pt x="2737583" y="587237"/>
                </a:lnTo>
                <a:lnTo>
                  <a:pt x="2739185" y="595176"/>
                </a:lnTo>
                <a:lnTo>
                  <a:pt x="2737583" y="603115"/>
                </a:lnTo>
                <a:lnTo>
                  <a:pt x="2733214" y="609596"/>
                </a:lnTo>
                <a:lnTo>
                  <a:pt x="2726733" y="613965"/>
                </a:lnTo>
                <a:lnTo>
                  <a:pt x="2718794" y="615567"/>
                </a:lnTo>
                <a:close/>
              </a:path>
            </a:pathLst>
          </a:custGeom>
          <a:solidFill>
            <a:srgbClr val="18405D"/>
          </a:solidFill>
        </p:spPr>
        <p:txBody>
          <a:bodyPr wrap="square" lIns="0" tIns="0" rIns="0" bIns="0" rtlCol="0"/>
          <a:lstStyle/>
          <a:p>
            <a:endParaRPr/>
          </a:p>
        </p:txBody>
      </p:sp>
      <p:sp>
        <p:nvSpPr>
          <p:cNvPr id="22" name="bg object 22"/>
          <p:cNvSpPr/>
          <p:nvPr/>
        </p:nvSpPr>
        <p:spPr>
          <a:xfrm>
            <a:off x="14787874" y="9633523"/>
            <a:ext cx="2739390" cy="615950"/>
          </a:xfrm>
          <a:custGeom>
            <a:avLst/>
            <a:gdLst/>
            <a:ahLst/>
            <a:cxnLst/>
            <a:rect l="l" t="t" r="r" b="b"/>
            <a:pathLst>
              <a:path w="2739390" h="615950">
                <a:moveTo>
                  <a:pt x="20391" y="40782"/>
                </a:moveTo>
                <a:lnTo>
                  <a:pt x="12452" y="39180"/>
                </a:lnTo>
                <a:lnTo>
                  <a:pt x="5970" y="34811"/>
                </a:lnTo>
                <a:lnTo>
                  <a:pt x="1601" y="28330"/>
                </a:lnTo>
                <a:lnTo>
                  <a:pt x="0" y="20391"/>
                </a:lnTo>
                <a:lnTo>
                  <a:pt x="1601" y="12452"/>
                </a:lnTo>
                <a:lnTo>
                  <a:pt x="5970" y="5970"/>
                </a:lnTo>
                <a:lnTo>
                  <a:pt x="12452" y="1601"/>
                </a:lnTo>
                <a:lnTo>
                  <a:pt x="20391" y="0"/>
                </a:lnTo>
                <a:lnTo>
                  <a:pt x="28330" y="1601"/>
                </a:lnTo>
                <a:lnTo>
                  <a:pt x="34811" y="5970"/>
                </a:lnTo>
                <a:lnTo>
                  <a:pt x="39180" y="12452"/>
                </a:lnTo>
                <a:lnTo>
                  <a:pt x="40782" y="20391"/>
                </a:lnTo>
                <a:lnTo>
                  <a:pt x="39180" y="28330"/>
                </a:lnTo>
                <a:lnTo>
                  <a:pt x="34811" y="34811"/>
                </a:lnTo>
                <a:lnTo>
                  <a:pt x="28330" y="39180"/>
                </a:lnTo>
                <a:lnTo>
                  <a:pt x="20391" y="40782"/>
                </a:lnTo>
                <a:close/>
              </a:path>
              <a:path w="2739390" h="615950">
                <a:moveTo>
                  <a:pt x="245258" y="40782"/>
                </a:moveTo>
                <a:lnTo>
                  <a:pt x="237319" y="39180"/>
                </a:lnTo>
                <a:lnTo>
                  <a:pt x="230837" y="34811"/>
                </a:lnTo>
                <a:lnTo>
                  <a:pt x="226468" y="28330"/>
                </a:lnTo>
                <a:lnTo>
                  <a:pt x="224866" y="20391"/>
                </a:lnTo>
                <a:lnTo>
                  <a:pt x="226468" y="12452"/>
                </a:lnTo>
                <a:lnTo>
                  <a:pt x="230837" y="5970"/>
                </a:lnTo>
                <a:lnTo>
                  <a:pt x="237319" y="1601"/>
                </a:lnTo>
                <a:lnTo>
                  <a:pt x="245258" y="0"/>
                </a:lnTo>
                <a:lnTo>
                  <a:pt x="253197" y="1601"/>
                </a:lnTo>
                <a:lnTo>
                  <a:pt x="259678" y="5970"/>
                </a:lnTo>
                <a:lnTo>
                  <a:pt x="264047" y="12452"/>
                </a:lnTo>
                <a:lnTo>
                  <a:pt x="265649" y="20391"/>
                </a:lnTo>
                <a:lnTo>
                  <a:pt x="264047" y="28330"/>
                </a:lnTo>
                <a:lnTo>
                  <a:pt x="259678" y="34811"/>
                </a:lnTo>
                <a:lnTo>
                  <a:pt x="253197" y="39180"/>
                </a:lnTo>
                <a:lnTo>
                  <a:pt x="245258" y="40782"/>
                </a:lnTo>
                <a:close/>
              </a:path>
              <a:path w="2739390" h="615950">
                <a:moveTo>
                  <a:pt x="470125" y="40782"/>
                </a:moveTo>
                <a:lnTo>
                  <a:pt x="462186" y="39180"/>
                </a:lnTo>
                <a:lnTo>
                  <a:pt x="455704" y="34811"/>
                </a:lnTo>
                <a:lnTo>
                  <a:pt x="451335" y="28330"/>
                </a:lnTo>
                <a:lnTo>
                  <a:pt x="449733" y="20391"/>
                </a:lnTo>
                <a:lnTo>
                  <a:pt x="451335" y="12452"/>
                </a:lnTo>
                <a:lnTo>
                  <a:pt x="455704" y="5970"/>
                </a:lnTo>
                <a:lnTo>
                  <a:pt x="462186" y="1601"/>
                </a:lnTo>
                <a:lnTo>
                  <a:pt x="470125" y="0"/>
                </a:lnTo>
                <a:lnTo>
                  <a:pt x="478064" y="1601"/>
                </a:lnTo>
                <a:lnTo>
                  <a:pt x="484545" y="5970"/>
                </a:lnTo>
                <a:lnTo>
                  <a:pt x="488914" y="12452"/>
                </a:lnTo>
                <a:lnTo>
                  <a:pt x="490516" y="20391"/>
                </a:lnTo>
                <a:lnTo>
                  <a:pt x="488914" y="28330"/>
                </a:lnTo>
                <a:lnTo>
                  <a:pt x="484545" y="34811"/>
                </a:lnTo>
                <a:lnTo>
                  <a:pt x="478064" y="39180"/>
                </a:lnTo>
                <a:lnTo>
                  <a:pt x="470125" y="40782"/>
                </a:lnTo>
                <a:close/>
              </a:path>
              <a:path w="2739390" h="615950">
                <a:moveTo>
                  <a:pt x="694992" y="40782"/>
                </a:moveTo>
                <a:lnTo>
                  <a:pt x="687053" y="39180"/>
                </a:lnTo>
                <a:lnTo>
                  <a:pt x="680571" y="34811"/>
                </a:lnTo>
                <a:lnTo>
                  <a:pt x="676202" y="28330"/>
                </a:lnTo>
                <a:lnTo>
                  <a:pt x="674600" y="20391"/>
                </a:lnTo>
                <a:lnTo>
                  <a:pt x="676202" y="12452"/>
                </a:lnTo>
                <a:lnTo>
                  <a:pt x="680571" y="5970"/>
                </a:lnTo>
                <a:lnTo>
                  <a:pt x="687053" y="1601"/>
                </a:lnTo>
                <a:lnTo>
                  <a:pt x="694992" y="0"/>
                </a:lnTo>
                <a:lnTo>
                  <a:pt x="702930" y="1601"/>
                </a:lnTo>
                <a:lnTo>
                  <a:pt x="709412" y="5970"/>
                </a:lnTo>
                <a:lnTo>
                  <a:pt x="713781" y="12452"/>
                </a:lnTo>
                <a:lnTo>
                  <a:pt x="715383" y="20391"/>
                </a:lnTo>
                <a:lnTo>
                  <a:pt x="713781" y="28330"/>
                </a:lnTo>
                <a:lnTo>
                  <a:pt x="709412" y="34811"/>
                </a:lnTo>
                <a:lnTo>
                  <a:pt x="702930" y="39180"/>
                </a:lnTo>
                <a:lnTo>
                  <a:pt x="694992" y="40782"/>
                </a:lnTo>
                <a:close/>
              </a:path>
              <a:path w="2739390" h="615950">
                <a:moveTo>
                  <a:pt x="919858" y="40782"/>
                </a:moveTo>
                <a:lnTo>
                  <a:pt x="911919" y="39180"/>
                </a:lnTo>
                <a:lnTo>
                  <a:pt x="905438" y="34811"/>
                </a:lnTo>
                <a:lnTo>
                  <a:pt x="901069" y="28330"/>
                </a:lnTo>
                <a:lnTo>
                  <a:pt x="899467" y="20391"/>
                </a:lnTo>
                <a:lnTo>
                  <a:pt x="901069" y="12452"/>
                </a:lnTo>
                <a:lnTo>
                  <a:pt x="905438" y="5970"/>
                </a:lnTo>
                <a:lnTo>
                  <a:pt x="911920" y="1601"/>
                </a:lnTo>
                <a:lnTo>
                  <a:pt x="919858" y="0"/>
                </a:lnTo>
                <a:lnTo>
                  <a:pt x="927797" y="1601"/>
                </a:lnTo>
                <a:lnTo>
                  <a:pt x="934279" y="5970"/>
                </a:lnTo>
                <a:lnTo>
                  <a:pt x="938648" y="12452"/>
                </a:lnTo>
                <a:lnTo>
                  <a:pt x="940250" y="20391"/>
                </a:lnTo>
                <a:lnTo>
                  <a:pt x="938648" y="28330"/>
                </a:lnTo>
                <a:lnTo>
                  <a:pt x="934279" y="34811"/>
                </a:lnTo>
                <a:lnTo>
                  <a:pt x="927797" y="39180"/>
                </a:lnTo>
                <a:lnTo>
                  <a:pt x="919858" y="40782"/>
                </a:lnTo>
                <a:close/>
              </a:path>
              <a:path w="2739390" h="615950">
                <a:moveTo>
                  <a:pt x="1144725" y="40782"/>
                </a:moveTo>
                <a:lnTo>
                  <a:pt x="1136786" y="39180"/>
                </a:lnTo>
                <a:lnTo>
                  <a:pt x="1130305" y="34811"/>
                </a:lnTo>
                <a:lnTo>
                  <a:pt x="1125936" y="28330"/>
                </a:lnTo>
                <a:lnTo>
                  <a:pt x="1124334" y="20391"/>
                </a:lnTo>
                <a:lnTo>
                  <a:pt x="1125936" y="12452"/>
                </a:lnTo>
                <a:lnTo>
                  <a:pt x="1130305" y="5970"/>
                </a:lnTo>
                <a:lnTo>
                  <a:pt x="1136786" y="1601"/>
                </a:lnTo>
                <a:lnTo>
                  <a:pt x="1144725" y="0"/>
                </a:lnTo>
                <a:lnTo>
                  <a:pt x="1152664" y="1601"/>
                </a:lnTo>
                <a:lnTo>
                  <a:pt x="1159146" y="5970"/>
                </a:lnTo>
                <a:lnTo>
                  <a:pt x="1163515" y="12452"/>
                </a:lnTo>
                <a:lnTo>
                  <a:pt x="1165117" y="20391"/>
                </a:lnTo>
                <a:lnTo>
                  <a:pt x="1163515" y="28330"/>
                </a:lnTo>
                <a:lnTo>
                  <a:pt x="1159146" y="34811"/>
                </a:lnTo>
                <a:lnTo>
                  <a:pt x="1152664" y="39180"/>
                </a:lnTo>
                <a:lnTo>
                  <a:pt x="1144725" y="40782"/>
                </a:lnTo>
                <a:close/>
              </a:path>
              <a:path w="2739390" h="615950">
                <a:moveTo>
                  <a:pt x="1369592" y="40782"/>
                </a:moveTo>
                <a:lnTo>
                  <a:pt x="1361653" y="39180"/>
                </a:lnTo>
                <a:lnTo>
                  <a:pt x="1355172" y="34811"/>
                </a:lnTo>
                <a:lnTo>
                  <a:pt x="1350803" y="28330"/>
                </a:lnTo>
                <a:lnTo>
                  <a:pt x="1349201" y="20391"/>
                </a:lnTo>
                <a:lnTo>
                  <a:pt x="1350803" y="12452"/>
                </a:lnTo>
                <a:lnTo>
                  <a:pt x="1355172" y="5970"/>
                </a:lnTo>
                <a:lnTo>
                  <a:pt x="1361653" y="1601"/>
                </a:lnTo>
                <a:lnTo>
                  <a:pt x="1369592" y="0"/>
                </a:lnTo>
                <a:lnTo>
                  <a:pt x="1377531" y="1601"/>
                </a:lnTo>
                <a:lnTo>
                  <a:pt x="1384013" y="5970"/>
                </a:lnTo>
                <a:lnTo>
                  <a:pt x="1388382" y="12452"/>
                </a:lnTo>
                <a:lnTo>
                  <a:pt x="1389984" y="20391"/>
                </a:lnTo>
                <a:lnTo>
                  <a:pt x="1388382" y="28330"/>
                </a:lnTo>
                <a:lnTo>
                  <a:pt x="1384013" y="34811"/>
                </a:lnTo>
                <a:lnTo>
                  <a:pt x="1377531" y="39180"/>
                </a:lnTo>
                <a:lnTo>
                  <a:pt x="1369592" y="40782"/>
                </a:lnTo>
                <a:close/>
              </a:path>
              <a:path w="2739390" h="615950">
                <a:moveTo>
                  <a:pt x="1594459" y="40782"/>
                </a:moveTo>
                <a:lnTo>
                  <a:pt x="1586520" y="39180"/>
                </a:lnTo>
                <a:lnTo>
                  <a:pt x="1580039" y="34811"/>
                </a:lnTo>
                <a:lnTo>
                  <a:pt x="1575670" y="28330"/>
                </a:lnTo>
                <a:lnTo>
                  <a:pt x="1574068" y="20391"/>
                </a:lnTo>
                <a:lnTo>
                  <a:pt x="1575670" y="12452"/>
                </a:lnTo>
                <a:lnTo>
                  <a:pt x="1580039" y="5970"/>
                </a:lnTo>
                <a:lnTo>
                  <a:pt x="1586520" y="1601"/>
                </a:lnTo>
                <a:lnTo>
                  <a:pt x="1594459" y="0"/>
                </a:lnTo>
                <a:lnTo>
                  <a:pt x="1602398" y="1601"/>
                </a:lnTo>
                <a:lnTo>
                  <a:pt x="1608880" y="5970"/>
                </a:lnTo>
                <a:lnTo>
                  <a:pt x="1613249" y="12452"/>
                </a:lnTo>
                <a:lnTo>
                  <a:pt x="1614850" y="20391"/>
                </a:lnTo>
                <a:lnTo>
                  <a:pt x="1613249" y="28330"/>
                </a:lnTo>
                <a:lnTo>
                  <a:pt x="1608880" y="34811"/>
                </a:lnTo>
                <a:lnTo>
                  <a:pt x="1602398" y="39180"/>
                </a:lnTo>
                <a:lnTo>
                  <a:pt x="1594459" y="40782"/>
                </a:lnTo>
                <a:close/>
              </a:path>
              <a:path w="2739390" h="615950">
                <a:moveTo>
                  <a:pt x="1819326" y="40782"/>
                </a:moveTo>
                <a:lnTo>
                  <a:pt x="1811387" y="39180"/>
                </a:lnTo>
                <a:lnTo>
                  <a:pt x="1804906" y="34811"/>
                </a:lnTo>
                <a:lnTo>
                  <a:pt x="1800537" y="28330"/>
                </a:lnTo>
                <a:lnTo>
                  <a:pt x="1798935" y="20391"/>
                </a:lnTo>
                <a:lnTo>
                  <a:pt x="1800537" y="12452"/>
                </a:lnTo>
                <a:lnTo>
                  <a:pt x="1804906" y="5970"/>
                </a:lnTo>
                <a:lnTo>
                  <a:pt x="1811387" y="1601"/>
                </a:lnTo>
                <a:lnTo>
                  <a:pt x="1819326" y="0"/>
                </a:lnTo>
                <a:lnTo>
                  <a:pt x="1827265" y="1601"/>
                </a:lnTo>
                <a:lnTo>
                  <a:pt x="1833746" y="5970"/>
                </a:lnTo>
                <a:lnTo>
                  <a:pt x="1838115" y="12452"/>
                </a:lnTo>
                <a:lnTo>
                  <a:pt x="1839717" y="20391"/>
                </a:lnTo>
                <a:lnTo>
                  <a:pt x="1838115" y="28330"/>
                </a:lnTo>
                <a:lnTo>
                  <a:pt x="1833746" y="34811"/>
                </a:lnTo>
                <a:lnTo>
                  <a:pt x="1827265" y="39180"/>
                </a:lnTo>
                <a:lnTo>
                  <a:pt x="1819326" y="40782"/>
                </a:lnTo>
                <a:close/>
              </a:path>
              <a:path w="2739390" h="615950">
                <a:moveTo>
                  <a:pt x="2044193" y="40782"/>
                </a:moveTo>
                <a:lnTo>
                  <a:pt x="2036254" y="39180"/>
                </a:lnTo>
                <a:lnTo>
                  <a:pt x="2029773" y="34811"/>
                </a:lnTo>
                <a:lnTo>
                  <a:pt x="2025404" y="28330"/>
                </a:lnTo>
                <a:lnTo>
                  <a:pt x="2023802" y="20391"/>
                </a:lnTo>
                <a:lnTo>
                  <a:pt x="2025404" y="12452"/>
                </a:lnTo>
                <a:lnTo>
                  <a:pt x="2029773" y="5970"/>
                </a:lnTo>
                <a:lnTo>
                  <a:pt x="2036254" y="1601"/>
                </a:lnTo>
                <a:lnTo>
                  <a:pt x="2044193" y="0"/>
                </a:lnTo>
                <a:lnTo>
                  <a:pt x="2052132" y="1601"/>
                </a:lnTo>
                <a:lnTo>
                  <a:pt x="2058613" y="5970"/>
                </a:lnTo>
                <a:lnTo>
                  <a:pt x="2062982" y="12452"/>
                </a:lnTo>
                <a:lnTo>
                  <a:pt x="2064584" y="20391"/>
                </a:lnTo>
                <a:lnTo>
                  <a:pt x="2062982" y="28330"/>
                </a:lnTo>
                <a:lnTo>
                  <a:pt x="2058613" y="34811"/>
                </a:lnTo>
                <a:lnTo>
                  <a:pt x="2052132" y="39180"/>
                </a:lnTo>
                <a:lnTo>
                  <a:pt x="2044193" y="40782"/>
                </a:lnTo>
                <a:close/>
              </a:path>
              <a:path w="2739390" h="615950">
                <a:moveTo>
                  <a:pt x="2269060" y="40782"/>
                </a:moveTo>
                <a:lnTo>
                  <a:pt x="2261121" y="39180"/>
                </a:lnTo>
                <a:lnTo>
                  <a:pt x="2254640" y="34811"/>
                </a:lnTo>
                <a:lnTo>
                  <a:pt x="2250271" y="28330"/>
                </a:lnTo>
                <a:lnTo>
                  <a:pt x="2248669" y="20391"/>
                </a:lnTo>
                <a:lnTo>
                  <a:pt x="2250271" y="12452"/>
                </a:lnTo>
                <a:lnTo>
                  <a:pt x="2254640" y="5970"/>
                </a:lnTo>
                <a:lnTo>
                  <a:pt x="2261121" y="1601"/>
                </a:lnTo>
                <a:lnTo>
                  <a:pt x="2269060" y="0"/>
                </a:lnTo>
                <a:lnTo>
                  <a:pt x="2276999" y="1601"/>
                </a:lnTo>
                <a:lnTo>
                  <a:pt x="2283480" y="5970"/>
                </a:lnTo>
                <a:lnTo>
                  <a:pt x="2287849" y="12452"/>
                </a:lnTo>
                <a:lnTo>
                  <a:pt x="2289451" y="20391"/>
                </a:lnTo>
                <a:lnTo>
                  <a:pt x="2287849" y="28330"/>
                </a:lnTo>
                <a:lnTo>
                  <a:pt x="2283480" y="34811"/>
                </a:lnTo>
                <a:lnTo>
                  <a:pt x="2276999" y="39180"/>
                </a:lnTo>
                <a:lnTo>
                  <a:pt x="2269060" y="40782"/>
                </a:lnTo>
                <a:close/>
              </a:path>
              <a:path w="2739390" h="615950">
                <a:moveTo>
                  <a:pt x="2493927" y="40782"/>
                </a:moveTo>
                <a:lnTo>
                  <a:pt x="2485988" y="39180"/>
                </a:lnTo>
                <a:lnTo>
                  <a:pt x="2479507" y="34811"/>
                </a:lnTo>
                <a:lnTo>
                  <a:pt x="2475138" y="28330"/>
                </a:lnTo>
                <a:lnTo>
                  <a:pt x="2473536" y="20391"/>
                </a:lnTo>
                <a:lnTo>
                  <a:pt x="2475138" y="12452"/>
                </a:lnTo>
                <a:lnTo>
                  <a:pt x="2479507" y="5970"/>
                </a:lnTo>
                <a:lnTo>
                  <a:pt x="2485988" y="1601"/>
                </a:lnTo>
                <a:lnTo>
                  <a:pt x="2493927" y="0"/>
                </a:lnTo>
                <a:lnTo>
                  <a:pt x="2501866" y="1601"/>
                </a:lnTo>
                <a:lnTo>
                  <a:pt x="2508347" y="5970"/>
                </a:lnTo>
                <a:lnTo>
                  <a:pt x="2512716" y="12452"/>
                </a:lnTo>
                <a:lnTo>
                  <a:pt x="2514318" y="20391"/>
                </a:lnTo>
                <a:lnTo>
                  <a:pt x="2512716" y="28330"/>
                </a:lnTo>
                <a:lnTo>
                  <a:pt x="2508347" y="34811"/>
                </a:lnTo>
                <a:lnTo>
                  <a:pt x="2501866" y="39180"/>
                </a:lnTo>
                <a:lnTo>
                  <a:pt x="2493927" y="40782"/>
                </a:lnTo>
                <a:close/>
              </a:path>
              <a:path w="2739390" h="615950">
                <a:moveTo>
                  <a:pt x="2718794" y="40782"/>
                </a:moveTo>
                <a:lnTo>
                  <a:pt x="2710855" y="39180"/>
                </a:lnTo>
                <a:lnTo>
                  <a:pt x="2704374" y="34811"/>
                </a:lnTo>
                <a:lnTo>
                  <a:pt x="2700005" y="28330"/>
                </a:lnTo>
                <a:lnTo>
                  <a:pt x="2698403" y="20391"/>
                </a:lnTo>
                <a:lnTo>
                  <a:pt x="2700005" y="12452"/>
                </a:lnTo>
                <a:lnTo>
                  <a:pt x="2704374" y="5970"/>
                </a:lnTo>
                <a:lnTo>
                  <a:pt x="2710855" y="1601"/>
                </a:lnTo>
                <a:lnTo>
                  <a:pt x="2718794" y="0"/>
                </a:lnTo>
                <a:lnTo>
                  <a:pt x="2726733" y="1601"/>
                </a:lnTo>
                <a:lnTo>
                  <a:pt x="2733214" y="5970"/>
                </a:lnTo>
                <a:lnTo>
                  <a:pt x="2737583" y="12452"/>
                </a:lnTo>
                <a:lnTo>
                  <a:pt x="2739185" y="20391"/>
                </a:lnTo>
                <a:lnTo>
                  <a:pt x="2737583" y="28330"/>
                </a:lnTo>
                <a:lnTo>
                  <a:pt x="2733214" y="34811"/>
                </a:lnTo>
                <a:lnTo>
                  <a:pt x="2726733" y="39180"/>
                </a:lnTo>
                <a:lnTo>
                  <a:pt x="2718794" y="40782"/>
                </a:lnTo>
                <a:close/>
              </a:path>
              <a:path w="2739390" h="615950">
                <a:moveTo>
                  <a:pt x="20391" y="232415"/>
                </a:moveTo>
                <a:lnTo>
                  <a:pt x="12452" y="230813"/>
                </a:lnTo>
                <a:lnTo>
                  <a:pt x="5970" y="226444"/>
                </a:lnTo>
                <a:lnTo>
                  <a:pt x="1601" y="219962"/>
                </a:lnTo>
                <a:lnTo>
                  <a:pt x="0" y="212023"/>
                </a:lnTo>
                <a:lnTo>
                  <a:pt x="1601" y="204084"/>
                </a:lnTo>
                <a:lnTo>
                  <a:pt x="5970" y="197603"/>
                </a:lnTo>
                <a:lnTo>
                  <a:pt x="12452" y="193234"/>
                </a:lnTo>
                <a:lnTo>
                  <a:pt x="20391" y="191632"/>
                </a:lnTo>
                <a:lnTo>
                  <a:pt x="28330" y="193234"/>
                </a:lnTo>
                <a:lnTo>
                  <a:pt x="34811" y="197603"/>
                </a:lnTo>
                <a:lnTo>
                  <a:pt x="39180" y="204084"/>
                </a:lnTo>
                <a:lnTo>
                  <a:pt x="40782" y="212023"/>
                </a:lnTo>
                <a:lnTo>
                  <a:pt x="39180" y="219962"/>
                </a:lnTo>
                <a:lnTo>
                  <a:pt x="34811" y="226444"/>
                </a:lnTo>
                <a:lnTo>
                  <a:pt x="28330" y="230813"/>
                </a:lnTo>
                <a:lnTo>
                  <a:pt x="20391" y="232415"/>
                </a:lnTo>
                <a:close/>
              </a:path>
              <a:path w="2739390" h="615950">
                <a:moveTo>
                  <a:pt x="245258" y="232415"/>
                </a:moveTo>
                <a:lnTo>
                  <a:pt x="237319" y="230813"/>
                </a:lnTo>
                <a:lnTo>
                  <a:pt x="230837" y="226444"/>
                </a:lnTo>
                <a:lnTo>
                  <a:pt x="226468" y="219962"/>
                </a:lnTo>
                <a:lnTo>
                  <a:pt x="224866" y="212023"/>
                </a:lnTo>
                <a:lnTo>
                  <a:pt x="226468" y="204084"/>
                </a:lnTo>
                <a:lnTo>
                  <a:pt x="230837" y="197603"/>
                </a:lnTo>
                <a:lnTo>
                  <a:pt x="237319" y="193234"/>
                </a:lnTo>
                <a:lnTo>
                  <a:pt x="245258" y="191632"/>
                </a:lnTo>
                <a:lnTo>
                  <a:pt x="253197" y="193234"/>
                </a:lnTo>
                <a:lnTo>
                  <a:pt x="259678" y="197603"/>
                </a:lnTo>
                <a:lnTo>
                  <a:pt x="264047" y="204084"/>
                </a:lnTo>
                <a:lnTo>
                  <a:pt x="265649" y="212023"/>
                </a:lnTo>
                <a:lnTo>
                  <a:pt x="264047" y="219962"/>
                </a:lnTo>
                <a:lnTo>
                  <a:pt x="259678" y="226444"/>
                </a:lnTo>
                <a:lnTo>
                  <a:pt x="253197" y="230813"/>
                </a:lnTo>
                <a:lnTo>
                  <a:pt x="245258" y="232415"/>
                </a:lnTo>
                <a:close/>
              </a:path>
              <a:path w="2739390" h="615950">
                <a:moveTo>
                  <a:pt x="470125" y="232415"/>
                </a:moveTo>
                <a:lnTo>
                  <a:pt x="462186" y="230813"/>
                </a:lnTo>
                <a:lnTo>
                  <a:pt x="455704" y="226444"/>
                </a:lnTo>
                <a:lnTo>
                  <a:pt x="451335" y="219962"/>
                </a:lnTo>
                <a:lnTo>
                  <a:pt x="449733" y="212023"/>
                </a:lnTo>
                <a:lnTo>
                  <a:pt x="451335" y="204084"/>
                </a:lnTo>
                <a:lnTo>
                  <a:pt x="455704" y="197603"/>
                </a:lnTo>
                <a:lnTo>
                  <a:pt x="462186" y="193234"/>
                </a:lnTo>
                <a:lnTo>
                  <a:pt x="470125" y="191632"/>
                </a:lnTo>
                <a:lnTo>
                  <a:pt x="478064" y="193234"/>
                </a:lnTo>
                <a:lnTo>
                  <a:pt x="484545" y="197603"/>
                </a:lnTo>
                <a:lnTo>
                  <a:pt x="488914" y="204084"/>
                </a:lnTo>
                <a:lnTo>
                  <a:pt x="490516" y="212023"/>
                </a:lnTo>
                <a:lnTo>
                  <a:pt x="488914" y="219962"/>
                </a:lnTo>
                <a:lnTo>
                  <a:pt x="484545" y="226444"/>
                </a:lnTo>
                <a:lnTo>
                  <a:pt x="478064" y="230813"/>
                </a:lnTo>
                <a:lnTo>
                  <a:pt x="470125" y="232415"/>
                </a:lnTo>
                <a:close/>
              </a:path>
              <a:path w="2739390" h="615950">
                <a:moveTo>
                  <a:pt x="694992" y="232415"/>
                </a:moveTo>
                <a:lnTo>
                  <a:pt x="687053" y="230813"/>
                </a:lnTo>
                <a:lnTo>
                  <a:pt x="680571" y="226444"/>
                </a:lnTo>
                <a:lnTo>
                  <a:pt x="676202" y="219962"/>
                </a:lnTo>
                <a:lnTo>
                  <a:pt x="674600" y="212023"/>
                </a:lnTo>
                <a:lnTo>
                  <a:pt x="676202" y="204084"/>
                </a:lnTo>
                <a:lnTo>
                  <a:pt x="680571" y="197603"/>
                </a:lnTo>
                <a:lnTo>
                  <a:pt x="687053" y="193234"/>
                </a:lnTo>
                <a:lnTo>
                  <a:pt x="694992" y="191632"/>
                </a:lnTo>
                <a:lnTo>
                  <a:pt x="702930" y="193234"/>
                </a:lnTo>
                <a:lnTo>
                  <a:pt x="709412" y="197603"/>
                </a:lnTo>
                <a:lnTo>
                  <a:pt x="713781" y="204084"/>
                </a:lnTo>
                <a:lnTo>
                  <a:pt x="715383" y="212023"/>
                </a:lnTo>
                <a:lnTo>
                  <a:pt x="713781" y="219962"/>
                </a:lnTo>
                <a:lnTo>
                  <a:pt x="709412" y="226444"/>
                </a:lnTo>
                <a:lnTo>
                  <a:pt x="702930" y="230813"/>
                </a:lnTo>
                <a:lnTo>
                  <a:pt x="694992" y="232415"/>
                </a:lnTo>
                <a:close/>
              </a:path>
              <a:path w="2739390" h="615950">
                <a:moveTo>
                  <a:pt x="919858" y="232415"/>
                </a:moveTo>
                <a:lnTo>
                  <a:pt x="911919" y="230813"/>
                </a:lnTo>
                <a:lnTo>
                  <a:pt x="905438" y="226444"/>
                </a:lnTo>
                <a:lnTo>
                  <a:pt x="901069" y="219962"/>
                </a:lnTo>
                <a:lnTo>
                  <a:pt x="899467" y="212023"/>
                </a:lnTo>
                <a:lnTo>
                  <a:pt x="901069" y="204084"/>
                </a:lnTo>
                <a:lnTo>
                  <a:pt x="905438" y="197603"/>
                </a:lnTo>
                <a:lnTo>
                  <a:pt x="911920" y="193234"/>
                </a:lnTo>
                <a:lnTo>
                  <a:pt x="919858" y="191632"/>
                </a:lnTo>
                <a:lnTo>
                  <a:pt x="927797" y="193234"/>
                </a:lnTo>
                <a:lnTo>
                  <a:pt x="934279" y="197603"/>
                </a:lnTo>
                <a:lnTo>
                  <a:pt x="938648" y="204084"/>
                </a:lnTo>
                <a:lnTo>
                  <a:pt x="940250" y="212023"/>
                </a:lnTo>
                <a:lnTo>
                  <a:pt x="938648" y="219962"/>
                </a:lnTo>
                <a:lnTo>
                  <a:pt x="934279" y="226444"/>
                </a:lnTo>
                <a:lnTo>
                  <a:pt x="927797" y="230813"/>
                </a:lnTo>
                <a:lnTo>
                  <a:pt x="919858" y="232415"/>
                </a:lnTo>
                <a:close/>
              </a:path>
              <a:path w="2739390" h="615950">
                <a:moveTo>
                  <a:pt x="1144725" y="232415"/>
                </a:moveTo>
                <a:lnTo>
                  <a:pt x="1136786" y="230813"/>
                </a:lnTo>
                <a:lnTo>
                  <a:pt x="1130305" y="226444"/>
                </a:lnTo>
                <a:lnTo>
                  <a:pt x="1125936" y="219962"/>
                </a:lnTo>
                <a:lnTo>
                  <a:pt x="1124334" y="212023"/>
                </a:lnTo>
                <a:lnTo>
                  <a:pt x="1125936" y="204084"/>
                </a:lnTo>
                <a:lnTo>
                  <a:pt x="1130305" y="197603"/>
                </a:lnTo>
                <a:lnTo>
                  <a:pt x="1136786" y="193234"/>
                </a:lnTo>
                <a:lnTo>
                  <a:pt x="1144725" y="191632"/>
                </a:lnTo>
                <a:lnTo>
                  <a:pt x="1152664" y="193234"/>
                </a:lnTo>
                <a:lnTo>
                  <a:pt x="1159146" y="197603"/>
                </a:lnTo>
                <a:lnTo>
                  <a:pt x="1163515" y="204084"/>
                </a:lnTo>
                <a:lnTo>
                  <a:pt x="1165117" y="212023"/>
                </a:lnTo>
                <a:lnTo>
                  <a:pt x="1163515" y="219962"/>
                </a:lnTo>
                <a:lnTo>
                  <a:pt x="1159146" y="226444"/>
                </a:lnTo>
                <a:lnTo>
                  <a:pt x="1152664" y="230813"/>
                </a:lnTo>
                <a:lnTo>
                  <a:pt x="1144725" y="232415"/>
                </a:lnTo>
                <a:close/>
              </a:path>
              <a:path w="2739390" h="615950">
                <a:moveTo>
                  <a:pt x="1369592" y="232415"/>
                </a:moveTo>
                <a:lnTo>
                  <a:pt x="1361653" y="230813"/>
                </a:lnTo>
                <a:lnTo>
                  <a:pt x="1355172" y="226444"/>
                </a:lnTo>
                <a:lnTo>
                  <a:pt x="1350803" y="219962"/>
                </a:lnTo>
                <a:lnTo>
                  <a:pt x="1349201" y="212023"/>
                </a:lnTo>
                <a:lnTo>
                  <a:pt x="1350803" y="204084"/>
                </a:lnTo>
                <a:lnTo>
                  <a:pt x="1355172" y="197603"/>
                </a:lnTo>
                <a:lnTo>
                  <a:pt x="1361653" y="193234"/>
                </a:lnTo>
                <a:lnTo>
                  <a:pt x="1369592" y="191632"/>
                </a:lnTo>
                <a:lnTo>
                  <a:pt x="1377531" y="193234"/>
                </a:lnTo>
                <a:lnTo>
                  <a:pt x="1384013" y="197603"/>
                </a:lnTo>
                <a:lnTo>
                  <a:pt x="1388382" y="204084"/>
                </a:lnTo>
                <a:lnTo>
                  <a:pt x="1389984" y="212023"/>
                </a:lnTo>
                <a:lnTo>
                  <a:pt x="1388382" y="219962"/>
                </a:lnTo>
                <a:lnTo>
                  <a:pt x="1384013" y="226444"/>
                </a:lnTo>
                <a:lnTo>
                  <a:pt x="1377531" y="230813"/>
                </a:lnTo>
                <a:lnTo>
                  <a:pt x="1369592" y="232415"/>
                </a:lnTo>
                <a:close/>
              </a:path>
              <a:path w="2739390" h="615950">
                <a:moveTo>
                  <a:pt x="1594459" y="232415"/>
                </a:moveTo>
                <a:lnTo>
                  <a:pt x="1586520" y="230813"/>
                </a:lnTo>
                <a:lnTo>
                  <a:pt x="1580039" y="226444"/>
                </a:lnTo>
                <a:lnTo>
                  <a:pt x="1575670" y="219962"/>
                </a:lnTo>
                <a:lnTo>
                  <a:pt x="1574068" y="212023"/>
                </a:lnTo>
                <a:lnTo>
                  <a:pt x="1575670" y="204084"/>
                </a:lnTo>
                <a:lnTo>
                  <a:pt x="1580039" y="197603"/>
                </a:lnTo>
                <a:lnTo>
                  <a:pt x="1586520" y="193234"/>
                </a:lnTo>
                <a:lnTo>
                  <a:pt x="1594459" y="191632"/>
                </a:lnTo>
                <a:lnTo>
                  <a:pt x="1602398" y="193234"/>
                </a:lnTo>
                <a:lnTo>
                  <a:pt x="1608880" y="197603"/>
                </a:lnTo>
                <a:lnTo>
                  <a:pt x="1613249" y="204084"/>
                </a:lnTo>
                <a:lnTo>
                  <a:pt x="1614850" y="212023"/>
                </a:lnTo>
                <a:lnTo>
                  <a:pt x="1613249" y="219962"/>
                </a:lnTo>
                <a:lnTo>
                  <a:pt x="1608880" y="226444"/>
                </a:lnTo>
                <a:lnTo>
                  <a:pt x="1602398" y="230813"/>
                </a:lnTo>
                <a:lnTo>
                  <a:pt x="1594459" y="232415"/>
                </a:lnTo>
                <a:close/>
              </a:path>
              <a:path w="2739390" h="615950">
                <a:moveTo>
                  <a:pt x="1819326" y="232415"/>
                </a:moveTo>
                <a:lnTo>
                  <a:pt x="1811387" y="230813"/>
                </a:lnTo>
                <a:lnTo>
                  <a:pt x="1804906" y="226444"/>
                </a:lnTo>
                <a:lnTo>
                  <a:pt x="1800537" y="219962"/>
                </a:lnTo>
                <a:lnTo>
                  <a:pt x="1798935" y="212023"/>
                </a:lnTo>
                <a:lnTo>
                  <a:pt x="1800537" y="204084"/>
                </a:lnTo>
                <a:lnTo>
                  <a:pt x="1804906" y="197603"/>
                </a:lnTo>
                <a:lnTo>
                  <a:pt x="1811387" y="193234"/>
                </a:lnTo>
                <a:lnTo>
                  <a:pt x="1819326" y="191632"/>
                </a:lnTo>
                <a:lnTo>
                  <a:pt x="1827265" y="193234"/>
                </a:lnTo>
                <a:lnTo>
                  <a:pt x="1833746" y="197603"/>
                </a:lnTo>
                <a:lnTo>
                  <a:pt x="1838115" y="204084"/>
                </a:lnTo>
                <a:lnTo>
                  <a:pt x="1839717" y="212023"/>
                </a:lnTo>
                <a:lnTo>
                  <a:pt x="1838115" y="219962"/>
                </a:lnTo>
                <a:lnTo>
                  <a:pt x="1833746" y="226444"/>
                </a:lnTo>
                <a:lnTo>
                  <a:pt x="1827265" y="230813"/>
                </a:lnTo>
                <a:lnTo>
                  <a:pt x="1819326" y="232415"/>
                </a:lnTo>
                <a:close/>
              </a:path>
              <a:path w="2739390" h="615950">
                <a:moveTo>
                  <a:pt x="2044193" y="232415"/>
                </a:moveTo>
                <a:lnTo>
                  <a:pt x="2036254" y="230813"/>
                </a:lnTo>
                <a:lnTo>
                  <a:pt x="2029773" y="226444"/>
                </a:lnTo>
                <a:lnTo>
                  <a:pt x="2025404" y="219962"/>
                </a:lnTo>
                <a:lnTo>
                  <a:pt x="2023802" y="212023"/>
                </a:lnTo>
                <a:lnTo>
                  <a:pt x="2025404" y="204084"/>
                </a:lnTo>
                <a:lnTo>
                  <a:pt x="2029773" y="197603"/>
                </a:lnTo>
                <a:lnTo>
                  <a:pt x="2036254" y="193234"/>
                </a:lnTo>
                <a:lnTo>
                  <a:pt x="2044193" y="191632"/>
                </a:lnTo>
                <a:lnTo>
                  <a:pt x="2052132" y="193234"/>
                </a:lnTo>
                <a:lnTo>
                  <a:pt x="2058613" y="197603"/>
                </a:lnTo>
                <a:lnTo>
                  <a:pt x="2062982" y="204084"/>
                </a:lnTo>
                <a:lnTo>
                  <a:pt x="2064584" y="212023"/>
                </a:lnTo>
                <a:lnTo>
                  <a:pt x="2062982" y="219962"/>
                </a:lnTo>
                <a:lnTo>
                  <a:pt x="2058613" y="226444"/>
                </a:lnTo>
                <a:lnTo>
                  <a:pt x="2052132" y="230813"/>
                </a:lnTo>
                <a:lnTo>
                  <a:pt x="2044193" y="232415"/>
                </a:lnTo>
                <a:close/>
              </a:path>
              <a:path w="2739390" h="615950">
                <a:moveTo>
                  <a:pt x="2269060" y="232415"/>
                </a:moveTo>
                <a:lnTo>
                  <a:pt x="2261121" y="230813"/>
                </a:lnTo>
                <a:lnTo>
                  <a:pt x="2254640" y="226444"/>
                </a:lnTo>
                <a:lnTo>
                  <a:pt x="2250271" y="219962"/>
                </a:lnTo>
                <a:lnTo>
                  <a:pt x="2248669" y="212023"/>
                </a:lnTo>
                <a:lnTo>
                  <a:pt x="2250271" y="204084"/>
                </a:lnTo>
                <a:lnTo>
                  <a:pt x="2254640" y="197603"/>
                </a:lnTo>
                <a:lnTo>
                  <a:pt x="2261121" y="193234"/>
                </a:lnTo>
                <a:lnTo>
                  <a:pt x="2269060" y="191632"/>
                </a:lnTo>
                <a:lnTo>
                  <a:pt x="2276999" y="193234"/>
                </a:lnTo>
                <a:lnTo>
                  <a:pt x="2283480" y="197603"/>
                </a:lnTo>
                <a:lnTo>
                  <a:pt x="2287849" y="204084"/>
                </a:lnTo>
                <a:lnTo>
                  <a:pt x="2289451" y="212023"/>
                </a:lnTo>
                <a:lnTo>
                  <a:pt x="2287849" y="219962"/>
                </a:lnTo>
                <a:lnTo>
                  <a:pt x="2283480" y="226444"/>
                </a:lnTo>
                <a:lnTo>
                  <a:pt x="2276999" y="230813"/>
                </a:lnTo>
                <a:lnTo>
                  <a:pt x="2269060" y="232415"/>
                </a:lnTo>
                <a:close/>
              </a:path>
              <a:path w="2739390" h="615950">
                <a:moveTo>
                  <a:pt x="2493927" y="232415"/>
                </a:moveTo>
                <a:lnTo>
                  <a:pt x="2485988" y="230813"/>
                </a:lnTo>
                <a:lnTo>
                  <a:pt x="2479507" y="226444"/>
                </a:lnTo>
                <a:lnTo>
                  <a:pt x="2475138" y="219962"/>
                </a:lnTo>
                <a:lnTo>
                  <a:pt x="2473536" y="212023"/>
                </a:lnTo>
                <a:lnTo>
                  <a:pt x="2475138" y="204084"/>
                </a:lnTo>
                <a:lnTo>
                  <a:pt x="2479507" y="197603"/>
                </a:lnTo>
                <a:lnTo>
                  <a:pt x="2485988" y="193234"/>
                </a:lnTo>
                <a:lnTo>
                  <a:pt x="2493927" y="191632"/>
                </a:lnTo>
                <a:lnTo>
                  <a:pt x="2501866" y="193234"/>
                </a:lnTo>
                <a:lnTo>
                  <a:pt x="2508347" y="197603"/>
                </a:lnTo>
                <a:lnTo>
                  <a:pt x="2512716" y="204084"/>
                </a:lnTo>
                <a:lnTo>
                  <a:pt x="2514318" y="212023"/>
                </a:lnTo>
                <a:lnTo>
                  <a:pt x="2512716" y="219962"/>
                </a:lnTo>
                <a:lnTo>
                  <a:pt x="2508347" y="226444"/>
                </a:lnTo>
                <a:lnTo>
                  <a:pt x="2501866" y="230813"/>
                </a:lnTo>
                <a:lnTo>
                  <a:pt x="2493927" y="232415"/>
                </a:lnTo>
                <a:close/>
              </a:path>
              <a:path w="2739390" h="615950">
                <a:moveTo>
                  <a:pt x="2718794" y="232415"/>
                </a:moveTo>
                <a:lnTo>
                  <a:pt x="2710855" y="230813"/>
                </a:lnTo>
                <a:lnTo>
                  <a:pt x="2704374" y="226444"/>
                </a:lnTo>
                <a:lnTo>
                  <a:pt x="2700005" y="219962"/>
                </a:lnTo>
                <a:lnTo>
                  <a:pt x="2698403" y="212023"/>
                </a:lnTo>
                <a:lnTo>
                  <a:pt x="2700005" y="204084"/>
                </a:lnTo>
                <a:lnTo>
                  <a:pt x="2704374" y="197603"/>
                </a:lnTo>
                <a:lnTo>
                  <a:pt x="2710855" y="193234"/>
                </a:lnTo>
                <a:lnTo>
                  <a:pt x="2718794" y="191632"/>
                </a:lnTo>
                <a:lnTo>
                  <a:pt x="2726733" y="193234"/>
                </a:lnTo>
                <a:lnTo>
                  <a:pt x="2733214" y="197603"/>
                </a:lnTo>
                <a:lnTo>
                  <a:pt x="2737583" y="204084"/>
                </a:lnTo>
                <a:lnTo>
                  <a:pt x="2739185" y="212023"/>
                </a:lnTo>
                <a:lnTo>
                  <a:pt x="2737583" y="219962"/>
                </a:lnTo>
                <a:lnTo>
                  <a:pt x="2733214" y="226444"/>
                </a:lnTo>
                <a:lnTo>
                  <a:pt x="2726733" y="230813"/>
                </a:lnTo>
                <a:lnTo>
                  <a:pt x="2718794" y="232415"/>
                </a:lnTo>
                <a:close/>
              </a:path>
              <a:path w="2739390" h="615950">
                <a:moveTo>
                  <a:pt x="20391" y="423935"/>
                </a:moveTo>
                <a:lnTo>
                  <a:pt x="12452" y="422333"/>
                </a:lnTo>
                <a:lnTo>
                  <a:pt x="5970" y="417964"/>
                </a:lnTo>
                <a:lnTo>
                  <a:pt x="1601" y="411482"/>
                </a:lnTo>
                <a:lnTo>
                  <a:pt x="0" y="403543"/>
                </a:lnTo>
                <a:lnTo>
                  <a:pt x="1601" y="395604"/>
                </a:lnTo>
                <a:lnTo>
                  <a:pt x="5970" y="389123"/>
                </a:lnTo>
                <a:lnTo>
                  <a:pt x="12452" y="384754"/>
                </a:lnTo>
                <a:lnTo>
                  <a:pt x="20391" y="383152"/>
                </a:lnTo>
                <a:lnTo>
                  <a:pt x="28330" y="384754"/>
                </a:lnTo>
                <a:lnTo>
                  <a:pt x="34811" y="389123"/>
                </a:lnTo>
                <a:lnTo>
                  <a:pt x="39180" y="395604"/>
                </a:lnTo>
                <a:lnTo>
                  <a:pt x="40782" y="403543"/>
                </a:lnTo>
                <a:lnTo>
                  <a:pt x="39180" y="411482"/>
                </a:lnTo>
                <a:lnTo>
                  <a:pt x="34811" y="417964"/>
                </a:lnTo>
                <a:lnTo>
                  <a:pt x="28330" y="422333"/>
                </a:lnTo>
                <a:lnTo>
                  <a:pt x="20391" y="423935"/>
                </a:lnTo>
                <a:close/>
              </a:path>
              <a:path w="2739390" h="615950">
                <a:moveTo>
                  <a:pt x="245258" y="423935"/>
                </a:moveTo>
                <a:lnTo>
                  <a:pt x="237319" y="422333"/>
                </a:lnTo>
                <a:lnTo>
                  <a:pt x="230837" y="417964"/>
                </a:lnTo>
                <a:lnTo>
                  <a:pt x="226468" y="411482"/>
                </a:lnTo>
                <a:lnTo>
                  <a:pt x="224866" y="403543"/>
                </a:lnTo>
                <a:lnTo>
                  <a:pt x="226468" y="395604"/>
                </a:lnTo>
                <a:lnTo>
                  <a:pt x="230837" y="389123"/>
                </a:lnTo>
                <a:lnTo>
                  <a:pt x="237319" y="384754"/>
                </a:lnTo>
                <a:lnTo>
                  <a:pt x="245258" y="383152"/>
                </a:lnTo>
                <a:lnTo>
                  <a:pt x="253197" y="384754"/>
                </a:lnTo>
                <a:lnTo>
                  <a:pt x="259678" y="389123"/>
                </a:lnTo>
                <a:lnTo>
                  <a:pt x="264047" y="395604"/>
                </a:lnTo>
                <a:lnTo>
                  <a:pt x="265649" y="403543"/>
                </a:lnTo>
                <a:lnTo>
                  <a:pt x="264047" y="411482"/>
                </a:lnTo>
                <a:lnTo>
                  <a:pt x="259678" y="417964"/>
                </a:lnTo>
                <a:lnTo>
                  <a:pt x="253197" y="422333"/>
                </a:lnTo>
                <a:lnTo>
                  <a:pt x="245258" y="423935"/>
                </a:lnTo>
                <a:close/>
              </a:path>
              <a:path w="2739390" h="615950">
                <a:moveTo>
                  <a:pt x="470125" y="423935"/>
                </a:moveTo>
                <a:lnTo>
                  <a:pt x="462186" y="422333"/>
                </a:lnTo>
                <a:lnTo>
                  <a:pt x="455704" y="417964"/>
                </a:lnTo>
                <a:lnTo>
                  <a:pt x="451335" y="411482"/>
                </a:lnTo>
                <a:lnTo>
                  <a:pt x="449733" y="403543"/>
                </a:lnTo>
                <a:lnTo>
                  <a:pt x="451335" y="395604"/>
                </a:lnTo>
                <a:lnTo>
                  <a:pt x="455704" y="389123"/>
                </a:lnTo>
                <a:lnTo>
                  <a:pt x="462186" y="384754"/>
                </a:lnTo>
                <a:lnTo>
                  <a:pt x="470125" y="383152"/>
                </a:lnTo>
                <a:lnTo>
                  <a:pt x="478064" y="384754"/>
                </a:lnTo>
                <a:lnTo>
                  <a:pt x="484545" y="389123"/>
                </a:lnTo>
                <a:lnTo>
                  <a:pt x="488914" y="395604"/>
                </a:lnTo>
                <a:lnTo>
                  <a:pt x="490516" y="403543"/>
                </a:lnTo>
                <a:lnTo>
                  <a:pt x="488914" y="411482"/>
                </a:lnTo>
                <a:lnTo>
                  <a:pt x="484545" y="417964"/>
                </a:lnTo>
                <a:lnTo>
                  <a:pt x="478064" y="422333"/>
                </a:lnTo>
                <a:lnTo>
                  <a:pt x="470125" y="423935"/>
                </a:lnTo>
                <a:close/>
              </a:path>
              <a:path w="2739390" h="615950">
                <a:moveTo>
                  <a:pt x="694992" y="423935"/>
                </a:moveTo>
                <a:lnTo>
                  <a:pt x="687053" y="422333"/>
                </a:lnTo>
                <a:lnTo>
                  <a:pt x="680571" y="417964"/>
                </a:lnTo>
                <a:lnTo>
                  <a:pt x="676202" y="411482"/>
                </a:lnTo>
                <a:lnTo>
                  <a:pt x="674600" y="403543"/>
                </a:lnTo>
                <a:lnTo>
                  <a:pt x="676202" y="395604"/>
                </a:lnTo>
                <a:lnTo>
                  <a:pt x="680571" y="389123"/>
                </a:lnTo>
                <a:lnTo>
                  <a:pt x="687053" y="384754"/>
                </a:lnTo>
                <a:lnTo>
                  <a:pt x="694992" y="383152"/>
                </a:lnTo>
                <a:lnTo>
                  <a:pt x="702930" y="384754"/>
                </a:lnTo>
                <a:lnTo>
                  <a:pt x="709412" y="389123"/>
                </a:lnTo>
                <a:lnTo>
                  <a:pt x="713781" y="395604"/>
                </a:lnTo>
                <a:lnTo>
                  <a:pt x="715383" y="403543"/>
                </a:lnTo>
                <a:lnTo>
                  <a:pt x="713781" y="411482"/>
                </a:lnTo>
                <a:lnTo>
                  <a:pt x="709412" y="417964"/>
                </a:lnTo>
                <a:lnTo>
                  <a:pt x="702930" y="422333"/>
                </a:lnTo>
                <a:lnTo>
                  <a:pt x="694992" y="423935"/>
                </a:lnTo>
                <a:close/>
              </a:path>
              <a:path w="2739390" h="615950">
                <a:moveTo>
                  <a:pt x="919858" y="423935"/>
                </a:moveTo>
                <a:lnTo>
                  <a:pt x="911919" y="422333"/>
                </a:lnTo>
                <a:lnTo>
                  <a:pt x="905438" y="417964"/>
                </a:lnTo>
                <a:lnTo>
                  <a:pt x="901069" y="411482"/>
                </a:lnTo>
                <a:lnTo>
                  <a:pt x="899467" y="403543"/>
                </a:lnTo>
                <a:lnTo>
                  <a:pt x="901069" y="395604"/>
                </a:lnTo>
                <a:lnTo>
                  <a:pt x="905438" y="389123"/>
                </a:lnTo>
                <a:lnTo>
                  <a:pt x="911920" y="384754"/>
                </a:lnTo>
                <a:lnTo>
                  <a:pt x="919858" y="383152"/>
                </a:lnTo>
                <a:lnTo>
                  <a:pt x="927797" y="384754"/>
                </a:lnTo>
                <a:lnTo>
                  <a:pt x="934279" y="389123"/>
                </a:lnTo>
                <a:lnTo>
                  <a:pt x="938648" y="395604"/>
                </a:lnTo>
                <a:lnTo>
                  <a:pt x="940250" y="403543"/>
                </a:lnTo>
                <a:lnTo>
                  <a:pt x="938648" y="411482"/>
                </a:lnTo>
                <a:lnTo>
                  <a:pt x="934279" y="417964"/>
                </a:lnTo>
                <a:lnTo>
                  <a:pt x="927797" y="422333"/>
                </a:lnTo>
                <a:lnTo>
                  <a:pt x="919858" y="423935"/>
                </a:lnTo>
                <a:close/>
              </a:path>
              <a:path w="2739390" h="615950">
                <a:moveTo>
                  <a:pt x="1144725" y="423935"/>
                </a:moveTo>
                <a:lnTo>
                  <a:pt x="1136786" y="422333"/>
                </a:lnTo>
                <a:lnTo>
                  <a:pt x="1130305" y="417964"/>
                </a:lnTo>
                <a:lnTo>
                  <a:pt x="1125936" y="411482"/>
                </a:lnTo>
                <a:lnTo>
                  <a:pt x="1124334" y="403543"/>
                </a:lnTo>
                <a:lnTo>
                  <a:pt x="1125936" y="395604"/>
                </a:lnTo>
                <a:lnTo>
                  <a:pt x="1130305" y="389123"/>
                </a:lnTo>
                <a:lnTo>
                  <a:pt x="1136786" y="384754"/>
                </a:lnTo>
                <a:lnTo>
                  <a:pt x="1144725" y="383152"/>
                </a:lnTo>
                <a:lnTo>
                  <a:pt x="1152664" y="384754"/>
                </a:lnTo>
                <a:lnTo>
                  <a:pt x="1159146" y="389123"/>
                </a:lnTo>
                <a:lnTo>
                  <a:pt x="1163515" y="395604"/>
                </a:lnTo>
                <a:lnTo>
                  <a:pt x="1165117" y="403543"/>
                </a:lnTo>
                <a:lnTo>
                  <a:pt x="1163515" y="411482"/>
                </a:lnTo>
                <a:lnTo>
                  <a:pt x="1159146" y="417964"/>
                </a:lnTo>
                <a:lnTo>
                  <a:pt x="1152664" y="422333"/>
                </a:lnTo>
                <a:lnTo>
                  <a:pt x="1144725" y="423935"/>
                </a:lnTo>
                <a:close/>
              </a:path>
              <a:path w="2739390" h="615950">
                <a:moveTo>
                  <a:pt x="1369592" y="423935"/>
                </a:moveTo>
                <a:lnTo>
                  <a:pt x="1361653" y="422333"/>
                </a:lnTo>
                <a:lnTo>
                  <a:pt x="1355172" y="417964"/>
                </a:lnTo>
                <a:lnTo>
                  <a:pt x="1350803" y="411482"/>
                </a:lnTo>
                <a:lnTo>
                  <a:pt x="1349201" y="403543"/>
                </a:lnTo>
                <a:lnTo>
                  <a:pt x="1350803" y="395604"/>
                </a:lnTo>
                <a:lnTo>
                  <a:pt x="1355172" y="389123"/>
                </a:lnTo>
                <a:lnTo>
                  <a:pt x="1361653" y="384754"/>
                </a:lnTo>
                <a:lnTo>
                  <a:pt x="1369592" y="383152"/>
                </a:lnTo>
                <a:lnTo>
                  <a:pt x="1377531" y="384754"/>
                </a:lnTo>
                <a:lnTo>
                  <a:pt x="1384013" y="389123"/>
                </a:lnTo>
                <a:lnTo>
                  <a:pt x="1388382" y="395604"/>
                </a:lnTo>
                <a:lnTo>
                  <a:pt x="1389984" y="403543"/>
                </a:lnTo>
                <a:lnTo>
                  <a:pt x="1388382" y="411482"/>
                </a:lnTo>
                <a:lnTo>
                  <a:pt x="1384013" y="417964"/>
                </a:lnTo>
                <a:lnTo>
                  <a:pt x="1377531" y="422333"/>
                </a:lnTo>
                <a:lnTo>
                  <a:pt x="1369592" y="423935"/>
                </a:lnTo>
                <a:close/>
              </a:path>
              <a:path w="2739390" h="615950">
                <a:moveTo>
                  <a:pt x="1594459" y="423935"/>
                </a:moveTo>
                <a:lnTo>
                  <a:pt x="1586520" y="422333"/>
                </a:lnTo>
                <a:lnTo>
                  <a:pt x="1580039" y="417964"/>
                </a:lnTo>
                <a:lnTo>
                  <a:pt x="1575670" y="411482"/>
                </a:lnTo>
                <a:lnTo>
                  <a:pt x="1574068" y="403543"/>
                </a:lnTo>
                <a:lnTo>
                  <a:pt x="1575670" y="395604"/>
                </a:lnTo>
                <a:lnTo>
                  <a:pt x="1580039" y="389123"/>
                </a:lnTo>
                <a:lnTo>
                  <a:pt x="1586520" y="384754"/>
                </a:lnTo>
                <a:lnTo>
                  <a:pt x="1594459" y="383152"/>
                </a:lnTo>
                <a:lnTo>
                  <a:pt x="1602398" y="384754"/>
                </a:lnTo>
                <a:lnTo>
                  <a:pt x="1608880" y="389123"/>
                </a:lnTo>
                <a:lnTo>
                  <a:pt x="1613249" y="395604"/>
                </a:lnTo>
                <a:lnTo>
                  <a:pt x="1614850" y="403543"/>
                </a:lnTo>
                <a:lnTo>
                  <a:pt x="1613249" y="411482"/>
                </a:lnTo>
                <a:lnTo>
                  <a:pt x="1608880" y="417964"/>
                </a:lnTo>
                <a:lnTo>
                  <a:pt x="1602398" y="422333"/>
                </a:lnTo>
                <a:lnTo>
                  <a:pt x="1594459" y="423935"/>
                </a:lnTo>
                <a:close/>
              </a:path>
              <a:path w="2739390" h="615950">
                <a:moveTo>
                  <a:pt x="1819326" y="423935"/>
                </a:moveTo>
                <a:lnTo>
                  <a:pt x="1811387" y="422333"/>
                </a:lnTo>
                <a:lnTo>
                  <a:pt x="1804906" y="417964"/>
                </a:lnTo>
                <a:lnTo>
                  <a:pt x="1800537" y="411482"/>
                </a:lnTo>
                <a:lnTo>
                  <a:pt x="1798935" y="403543"/>
                </a:lnTo>
                <a:lnTo>
                  <a:pt x="1800537" y="395604"/>
                </a:lnTo>
                <a:lnTo>
                  <a:pt x="1804906" y="389123"/>
                </a:lnTo>
                <a:lnTo>
                  <a:pt x="1811387" y="384754"/>
                </a:lnTo>
                <a:lnTo>
                  <a:pt x="1819326" y="383152"/>
                </a:lnTo>
                <a:lnTo>
                  <a:pt x="1827265" y="384754"/>
                </a:lnTo>
                <a:lnTo>
                  <a:pt x="1833746" y="389123"/>
                </a:lnTo>
                <a:lnTo>
                  <a:pt x="1838115" y="395604"/>
                </a:lnTo>
                <a:lnTo>
                  <a:pt x="1839717" y="403543"/>
                </a:lnTo>
                <a:lnTo>
                  <a:pt x="1838115" y="411482"/>
                </a:lnTo>
                <a:lnTo>
                  <a:pt x="1833746" y="417964"/>
                </a:lnTo>
                <a:lnTo>
                  <a:pt x="1827265" y="422333"/>
                </a:lnTo>
                <a:lnTo>
                  <a:pt x="1819326" y="423935"/>
                </a:lnTo>
                <a:close/>
              </a:path>
              <a:path w="2739390" h="615950">
                <a:moveTo>
                  <a:pt x="2044193" y="423935"/>
                </a:moveTo>
                <a:lnTo>
                  <a:pt x="2036254" y="422333"/>
                </a:lnTo>
                <a:lnTo>
                  <a:pt x="2029773" y="417964"/>
                </a:lnTo>
                <a:lnTo>
                  <a:pt x="2025404" y="411482"/>
                </a:lnTo>
                <a:lnTo>
                  <a:pt x="2023802" y="403543"/>
                </a:lnTo>
                <a:lnTo>
                  <a:pt x="2025404" y="395604"/>
                </a:lnTo>
                <a:lnTo>
                  <a:pt x="2029773" y="389123"/>
                </a:lnTo>
                <a:lnTo>
                  <a:pt x="2036254" y="384754"/>
                </a:lnTo>
                <a:lnTo>
                  <a:pt x="2044193" y="383152"/>
                </a:lnTo>
                <a:lnTo>
                  <a:pt x="2052132" y="384754"/>
                </a:lnTo>
                <a:lnTo>
                  <a:pt x="2058613" y="389123"/>
                </a:lnTo>
                <a:lnTo>
                  <a:pt x="2062982" y="395604"/>
                </a:lnTo>
                <a:lnTo>
                  <a:pt x="2064584" y="403543"/>
                </a:lnTo>
                <a:lnTo>
                  <a:pt x="2062982" y="411482"/>
                </a:lnTo>
                <a:lnTo>
                  <a:pt x="2058613" y="417964"/>
                </a:lnTo>
                <a:lnTo>
                  <a:pt x="2052132" y="422333"/>
                </a:lnTo>
                <a:lnTo>
                  <a:pt x="2044193" y="423935"/>
                </a:lnTo>
                <a:close/>
              </a:path>
              <a:path w="2739390" h="615950">
                <a:moveTo>
                  <a:pt x="2269060" y="423935"/>
                </a:moveTo>
                <a:lnTo>
                  <a:pt x="2261121" y="422333"/>
                </a:lnTo>
                <a:lnTo>
                  <a:pt x="2254640" y="417964"/>
                </a:lnTo>
                <a:lnTo>
                  <a:pt x="2250271" y="411482"/>
                </a:lnTo>
                <a:lnTo>
                  <a:pt x="2248669" y="403543"/>
                </a:lnTo>
                <a:lnTo>
                  <a:pt x="2250271" y="395604"/>
                </a:lnTo>
                <a:lnTo>
                  <a:pt x="2254640" y="389123"/>
                </a:lnTo>
                <a:lnTo>
                  <a:pt x="2261121" y="384754"/>
                </a:lnTo>
                <a:lnTo>
                  <a:pt x="2269060" y="383152"/>
                </a:lnTo>
                <a:lnTo>
                  <a:pt x="2276999" y="384754"/>
                </a:lnTo>
                <a:lnTo>
                  <a:pt x="2283480" y="389123"/>
                </a:lnTo>
                <a:lnTo>
                  <a:pt x="2287849" y="395604"/>
                </a:lnTo>
                <a:lnTo>
                  <a:pt x="2289451" y="403543"/>
                </a:lnTo>
                <a:lnTo>
                  <a:pt x="2287849" y="411482"/>
                </a:lnTo>
                <a:lnTo>
                  <a:pt x="2283480" y="417964"/>
                </a:lnTo>
                <a:lnTo>
                  <a:pt x="2276999" y="422333"/>
                </a:lnTo>
                <a:lnTo>
                  <a:pt x="2269060" y="423935"/>
                </a:lnTo>
                <a:close/>
              </a:path>
              <a:path w="2739390" h="615950">
                <a:moveTo>
                  <a:pt x="2493927" y="423935"/>
                </a:moveTo>
                <a:lnTo>
                  <a:pt x="2485988" y="422333"/>
                </a:lnTo>
                <a:lnTo>
                  <a:pt x="2479507" y="417964"/>
                </a:lnTo>
                <a:lnTo>
                  <a:pt x="2475138" y="411482"/>
                </a:lnTo>
                <a:lnTo>
                  <a:pt x="2473536" y="403543"/>
                </a:lnTo>
                <a:lnTo>
                  <a:pt x="2475138" y="395604"/>
                </a:lnTo>
                <a:lnTo>
                  <a:pt x="2479507" y="389123"/>
                </a:lnTo>
                <a:lnTo>
                  <a:pt x="2485988" y="384754"/>
                </a:lnTo>
                <a:lnTo>
                  <a:pt x="2493927" y="383152"/>
                </a:lnTo>
                <a:lnTo>
                  <a:pt x="2501866" y="384754"/>
                </a:lnTo>
                <a:lnTo>
                  <a:pt x="2508347" y="389123"/>
                </a:lnTo>
                <a:lnTo>
                  <a:pt x="2512716" y="395604"/>
                </a:lnTo>
                <a:lnTo>
                  <a:pt x="2514318" y="403543"/>
                </a:lnTo>
                <a:lnTo>
                  <a:pt x="2512716" y="411482"/>
                </a:lnTo>
                <a:lnTo>
                  <a:pt x="2508347" y="417964"/>
                </a:lnTo>
                <a:lnTo>
                  <a:pt x="2501866" y="422333"/>
                </a:lnTo>
                <a:lnTo>
                  <a:pt x="2493927" y="423935"/>
                </a:lnTo>
                <a:close/>
              </a:path>
              <a:path w="2739390" h="615950">
                <a:moveTo>
                  <a:pt x="2718794" y="423935"/>
                </a:moveTo>
                <a:lnTo>
                  <a:pt x="2710855" y="422333"/>
                </a:lnTo>
                <a:lnTo>
                  <a:pt x="2704374" y="417964"/>
                </a:lnTo>
                <a:lnTo>
                  <a:pt x="2700005" y="411482"/>
                </a:lnTo>
                <a:lnTo>
                  <a:pt x="2698403" y="403543"/>
                </a:lnTo>
                <a:lnTo>
                  <a:pt x="2700005" y="395604"/>
                </a:lnTo>
                <a:lnTo>
                  <a:pt x="2704374" y="389123"/>
                </a:lnTo>
                <a:lnTo>
                  <a:pt x="2710855" y="384754"/>
                </a:lnTo>
                <a:lnTo>
                  <a:pt x="2718794" y="383152"/>
                </a:lnTo>
                <a:lnTo>
                  <a:pt x="2726733" y="384754"/>
                </a:lnTo>
                <a:lnTo>
                  <a:pt x="2733214" y="389123"/>
                </a:lnTo>
                <a:lnTo>
                  <a:pt x="2737583" y="395604"/>
                </a:lnTo>
                <a:lnTo>
                  <a:pt x="2739185" y="403543"/>
                </a:lnTo>
                <a:lnTo>
                  <a:pt x="2737583" y="411482"/>
                </a:lnTo>
                <a:lnTo>
                  <a:pt x="2733214" y="417964"/>
                </a:lnTo>
                <a:lnTo>
                  <a:pt x="2726733" y="422333"/>
                </a:lnTo>
                <a:lnTo>
                  <a:pt x="2718794" y="423935"/>
                </a:lnTo>
                <a:close/>
              </a:path>
              <a:path w="2739390" h="615950">
                <a:moveTo>
                  <a:pt x="20391" y="615567"/>
                </a:moveTo>
                <a:lnTo>
                  <a:pt x="12452" y="613965"/>
                </a:lnTo>
                <a:lnTo>
                  <a:pt x="5970" y="609596"/>
                </a:lnTo>
                <a:lnTo>
                  <a:pt x="1601" y="603115"/>
                </a:lnTo>
                <a:lnTo>
                  <a:pt x="0" y="595176"/>
                </a:lnTo>
                <a:lnTo>
                  <a:pt x="1601" y="587237"/>
                </a:lnTo>
                <a:lnTo>
                  <a:pt x="5970" y="580756"/>
                </a:lnTo>
                <a:lnTo>
                  <a:pt x="12452" y="576386"/>
                </a:lnTo>
                <a:lnTo>
                  <a:pt x="20391" y="574785"/>
                </a:lnTo>
                <a:lnTo>
                  <a:pt x="28330" y="576386"/>
                </a:lnTo>
                <a:lnTo>
                  <a:pt x="34811" y="580756"/>
                </a:lnTo>
                <a:lnTo>
                  <a:pt x="39180" y="587237"/>
                </a:lnTo>
                <a:lnTo>
                  <a:pt x="40782" y="595176"/>
                </a:lnTo>
                <a:lnTo>
                  <a:pt x="39180" y="603115"/>
                </a:lnTo>
                <a:lnTo>
                  <a:pt x="34811" y="609596"/>
                </a:lnTo>
                <a:lnTo>
                  <a:pt x="28330" y="613965"/>
                </a:lnTo>
                <a:lnTo>
                  <a:pt x="20391" y="615567"/>
                </a:lnTo>
                <a:close/>
              </a:path>
              <a:path w="2739390" h="615950">
                <a:moveTo>
                  <a:pt x="245258" y="615567"/>
                </a:moveTo>
                <a:lnTo>
                  <a:pt x="237319" y="613965"/>
                </a:lnTo>
                <a:lnTo>
                  <a:pt x="230837" y="609596"/>
                </a:lnTo>
                <a:lnTo>
                  <a:pt x="226468" y="603115"/>
                </a:lnTo>
                <a:lnTo>
                  <a:pt x="224866" y="595176"/>
                </a:lnTo>
                <a:lnTo>
                  <a:pt x="226468" y="587237"/>
                </a:lnTo>
                <a:lnTo>
                  <a:pt x="230837" y="580756"/>
                </a:lnTo>
                <a:lnTo>
                  <a:pt x="237319" y="576386"/>
                </a:lnTo>
                <a:lnTo>
                  <a:pt x="245258" y="574785"/>
                </a:lnTo>
                <a:lnTo>
                  <a:pt x="253197" y="576386"/>
                </a:lnTo>
                <a:lnTo>
                  <a:pt x="259678" y="580756"/>
                </a:lnTo>
                <a:lnTo>
                  <a:pt x="264047" y="587237"/>
                </a:lnTo>
                <a:lnTo>
                  <a:pt x="265649" y="595176"/>
                </a:lnTo>
                <a:lnTo>
                  <a:pt x="264047" y="603115"/>
                </a:lnTo>
                <a:lnTo>
                  <a:pt x="259678" y="609596"/>
                </a:lnTo>
                <a:lnTo>
                  <a:pt x="253197" y="613965"/>
                </a:lnTo>
                <a:lnTo>
                  <a:pt x="245258" y="615567"/>
                </a:lnTo>
                <a:close/>
              </a:path>
              <a:path w="2739390" h="615950">
                <a:moveTo>
                  <a:pt x="470125" y="615567"/>
                </a:moveTo>
                <a:lnTo>
                  <a:pt x="462186" y="613965"/>
                </a:lnTo>
                <a:lnTo>
                  <a:pt x="455704" y="609596"/>
                </a:lnTo>
                <a:lnTo>
                  <a:pt x="451335" y="603115"/>
                </a:lnTo>
                <a:lnTo>
                  <a:pt x="449733" y="595176"/>
                </a:lnTo>
                <a:lnTo>
                  <a:pt x="451335" y="587237"/>
                </a:lnTo>
                <a:lnTo>
                  <a:pt x="455704" y="580756"/>
                </a:lnTo>
                <a:lnTo>
                  <a:pt x="462186" y="576386"/>
                </a:lnTo>
                <a:lnTo>
                  <a:pt x="470125" y="574785"/>
                </a:lnTo>
                <a:lnTo>
                  <a:pt x="478064" y="576386"/>
                </a:lnTo>
                <a:lnTo>
                  <a:pt x="484545" y="580756"/>
                </a:lnTo>
                <a:lnTo>
                  <a:pt x="488914" y="587237"/>
                </a:lnTo>
                <a:lnTo>
                  <a:pt x="490516" y="595176"/>
                </a:lnTo>
                <a:lnTo>
                  <a:pt x="488914" y="603115"/>
                </a:lnTo>
                <a:lnTo>
                  <a:pt x="484545" y="609596"/>
                </a:lnTo>
                <a:lnTo>
                  <a:pt x="478064" y="613965"/>
                </a:lnTo>
                <a:lnTo>
                  <a:pt x="470125" y="615567"/>
                </a:lnTo>
                <a:close/>
              </a:path>
              <a:path w="2739390" h="615950">
                <a:moveTo>
                  <a:pt x="694992" y="615567"/>
                </a:moveTo>
                <a:lnTo>
                  <a:pt x="687053" y="613965"/>
                </a:lnTo>
                <a:lnTo>
                  <a:pt x="680571" y="609596"/>
                </a:lnTo>
                <a:lnTo>
                  <a:pt x="676202" y="603115"/>
                </a:lnTo>
                <a:lnTo>
                  <a:pt x="674600" y="595176"/>
                </a:lnTo>
                <a:lnTo>
                  <a:pt x="676202" y="587237"/>
                </a:lnTo>
                <a:lnTo>
                  <a:pt x="680571" y="580756"/>
                </a:lnTo>
                <a:lnTo>
                  <a:pt x="687053" y="576386"/>
                </a:lnTo>
                <a:lnTo>
                  <a:pt x="694992" y="574785"/>
                </a:lnTo>
                <a:lnTo>
                  <a:pt x="702930" y="576386"/>
                </a:lnTo>
                <a:lnTo>
                  <a:pt x="709412" y="580756"/>
                </a:lnTo>
                <a:lnTo>
                  <a:pt x="713781" y="587237"/>
                </a:lnTo>
                <a:lnTo>
                  <a:pt x="715383" y="595176"/>
                </a:lnTo>
                <a:lnTo>
                  <a:pt x="713781" y="603115"/>
                </a:lnTo>
                <a:lnTo>
                  <a:pt x="709412" y="609596"/>
                </a:lnTo>
                <a:lnTo>
                  <a:pt x="702930" y="613965"/>
                </a:lnTo>
                <a:lnTo>
                  <a:pt x="694992" y="615567"/>
                </a:lnTo>
                <a:close/>
              </a:path>
              <a:path w="2739390" h="615950">
                <a:moveTo>
                  <a:pt x="919858" y="615567"/>
                </a:moveTo>
                <a:lnTo>
                  <a:pt x="911919" y="613965"/>
                </a:lnTo>
                <a:lnTo>
                  <a:pt x="905438" y="609596"/>
                </a:lnTo>
                <a:lnTo>
                  <a:pt x="901069" y="603115"/>
                </a:lnTo>
                <a:lnTo>
                  <a:pt x="899467" y="595176"/>
                </a:lnTo>
                <a:lnTo>
                  <a:pt x="901069" y="587237"/>
                </a:lnTo>
                <a:lnTo>
                  <a:pt x="905438" y="580756"/>
                </a:lnTo>
                <a:lnTo>
                  <a:pt x="911920" y="576386"/>
                </a:lnTo>
                <a:lnTo>
                  <a:pt x="919858" y="574785"/>
                </a:lnTo>
                <a:lnTo>
                  <a:pt x="927797" y="576386"/>
                </a:lnTo>
                <a:lnTo>
                  <a:pt x="934279" y="580756"/>
                </a:lnTo>
                <a:lnTo>
                  <a:pt x="938648" y="587237"/>
                </a:lnTo>
                <a:lnTo>
                  <a:pt x="940250" y="595176"/>
                </a:lnTo>
                <a:lnTo>
                  <a:pt x="938648" y="603115"/>
                </a:lnTo>
                <a:lnTo>
                  <a:pt x="934279" y="609596"/>
                </a:lnTo>
                <a:lnTo>
                  <a:pt x="927797" y="613965"/>
                </a:lnTo>
                <a:lnTo>
                  <a:pt x="919858" y="615567"/>
                </a:lnTo>
                <a:close/>
              </a:path>
              <a:path w="2739390" h="615950">
                <a:moveTo>
                  <a:pt x="1144725" y="615567"/>
                </a:moveTo>
                <a:lnTo>
                  <a:pt x="1136786" y="613965"/>
                </a:lnTo>
                <a:lnTo>
                  <a:pt x="1130305" y="609596"/>
                </a:lnTo>
                <a:lnTo>
                  <a:pt x="1125936" y="603115"/>
                </a:lnTo>
                <a:lnTo>
                  <a:pt x="1124334" y="595176"/>
                </a:lnTo>
                <a:lnTo>
                  <a:pt x="1125936" y="587237"/>
                </a:lnTo>
                <a:lnTo>
                  <a:pt x="1130305" y="580756"/>
                </a:lnTo>
                <a:lnTo>
                  <a:pt x="1136786" y="576386"/>
                </a:lnTo>
                <a:lnTo>
                  <a:pt x="1144725" y="574785"/>
                </a:lnTo>
                <a:lnTo>
                  <a:pt x="1152664" y="576386"/>
                </a:lnTo>
                <a:lnTo>
                  <a:pt x="1159146" y="580756"/>
                </a:lnTo>
                <a:lnTo>
                  <a:pt x="1163515" y="587237"/>
                </a:lnTo>
                <a:lnTo>
                  <a:pt x="1165117" y="595176"/>
                </a:lnTo>
                <a:lnTo>
                  <a:pt x="1163515" y="603115"/>
                </a:lnTo>
                <a:lnTo>
                  <a:pt x="1159146" y="609596"/>
                </a:lnTo>
                <a:lnTo>
                  <a:pt x="1152664" y="613965"/>
                </a:lnTo>
                <a:lnTo>
                  <a:pt x="1144725" y="615567"/>
                </a:lnTo>
                <a:close/>
              </a:path>
              <a:path w="2739390" h="615950">
                <a:moveTo>
                  <a:pt x="1369592" y="615567"/>
                </a:moveTo>
                <a:lnTo>
                  <a:pt x="1361653" y="613965"/>
                </a:lnTo>
                <a:lnTo>
                  <a:pt x="1355172" y="609596"/>
                </a:lnTo>
                <a:lnTo>
                  <a:pt x="1350803" y="603115"/>
                </a:lnTo>
                <a:lnTo>
                  <a:pt x="1349201" y="595176"/>
                </a:lnTo>
                <a:lnTo>
                  <a:pt x="1350803" y="587237"/>
                </a:lnTo>
                <a:lnTo>
                  <a:pt x="1355172" y="580756"/>
                </a:lnTo>
                <a:lnTo>
                  <a:pt x="1361653" y="576386"/>
                </a:lnTo>
                <a:lnTo>
                  <a:pt x="1369592" y="574785"/>
                </a:lnTo>
                <a:lnTo>
                  <a:pt x="1377531" y="576386"/>
                </a:lnTo>
                <a:lnTo>
                  <a:pt x="1384013" y="580756"/>
                </a:lnTo>
                <a:lnTo>
                  <a:pt x="1388382" y="587237"/>
                </a:lnTo>
                <a:lnTo>
                  <a:pt x="1389984" y="595176"/>
                </a:lnTo>
                <a:lnTo>
                  <a:pt x="1388382" y="603115"/>
                </a:lnTo>
                <a:lnTo>
                  <a:pt x="1384013" y="609596"/>
                </a:lnTo>
                <a:lnTo>
                  <a:pt x="1377531" y="613965"/>
                </a:lnTo>
                <a:lnTo>
                  <a:pt x="1369592" y="615567"/>
                </a:lnTo>
                <a:close/>
              </a:path>
              <a:path w="2739390" h="615950">
                <a:moveTo>
                  <a:pt x="1594459" y="615567"/>
                </a:moveTo>
                <a:lnTo>
                  <a:pt x="1586520" y="613965"/>
                </a:lnTo>
                <a:lnTo>
                  <a:pt x="1580039" y="609596"/>
                </a:lnTo>
                <a:lnTo>
                  <a:pt x="1575670" y="603115"/>
                </a:lnTo>
                <a:lnTo>
                  <a:pt x="1574068" y="595176"/>
                </a:lnTo>
                <a:lnTo>
                  <a:pt x="1575670" y="587237"/>
                </a:lnTo>
                <a:lnTo>
                  <a:pt x="1580039" y="580756"/>
                </a:lnTo>
                <a:lnTo>
                  <a:pt x="1586520" y="576386"/>
                </a:lnTo>
                <a:lnTo>
                  <a:pt x="1594459" y="574785"/>
                </a:lnTo>
                <a:lnTo>
                  <a:pt x="1602398" y="576386"/>
                </a:lnTo>
                <a:lnTo>
                  <a:pt x="1608880" y="580756"/>
                </a:lnTo>
                <a:lnTo>
                  <a:pt x="1613249" y="587237"/>
                </a:lnTo>
                <a:lnTo>
                  <a:pt x="1614850" y="595176"/>
                </a:lnTo>
                <a:lnTo>
                  <a:pt x="1613249" y="603115"/>
                </a:lnTo>
                <a:lnTo>
                  <a:pt x="1608880" y="609596"/>
                </a:lnTo>
                <a:lnTo>
                  <a:pt x="1602398" y="613965"/>
                </a:lnTo>
                <a:lnTo>
                  <a:pt x="1594459" y="615567"/>
                </a:lnTo>
                <a:close/>
              </a:path>
              <a:path w="2739390" h="615950">
                <a:moveTo>
                  <a:pt x="1819326" y="615567"/>
                </a:moveTo>
                <a:lnTo>
                  <a:pt x="1811387" y="613965"/>
                </a:lnTo>
                <a:lnTo>
                  <a:pt x="1804906" y="609596"/>
                </a:lnTo>
                <a:lnTo>
                  <a:pt x="1800537" y="603115"/>
                </a:lnTo>
                <a:lnTo>
                  <a:pt x="1798935" y="595176"/>
                </a:lnTo>
                <a:lnTo>
                  <a:pt x="1800537" y="587237"/>
                </a:lnTo>
                <a:lnTo>
                  <a:pt x="1804906" y="580756"/>
                </a:lnTo>
                <a:lnTo>
                  <a:pt x="1811387" y="576386"/>
                </a:lnTo>
                <a:lnTo>
                  <a:pt x="1819326" y="574785"/>
                </a:lnTo>
                <a:lnTo>
                  <a:pt x="1827265" y="576386"/>
                </a:lnTo>
                <a:lnTo>
                  <a:pt x="1833746" y="580756"/>
                </a:lnTo>
                <a:lnTo>
                  <a:pt x="1838115" y="587237"/>
                </a:lnTo>
                <a:lnTo>
                  <a:pt x="1839717" y="595176"/>
                </a:lnTo>
                <a:lnTo>
                  <a:pt x="1838115" y="603115"/>
                </a:lnTo>
                <a:lnTo>
                  <a:pt x="1833746" y="609596"/>
                </a:lnTo>
                <a:lnTo>
                  <a:pt x="1827265" y="613965"/>
                </a:lnTo>
                <a:lnTo>
                  <a:pt x="1819326" y="615567"/>
                </a:lnTo>
                <a:close/>
              </a:path>
              <a:path w="2739390" h="615950">
                <a:moveTo>
                  <a:pt x="2044193" y="615567"/>
                </a:moveTo>
                <a:lnTo>
                  <a:pt x="2036254" y="613965"/>
                </a:lnTo>
                <a:lnTo>
                  <a:pt x="2029773" y="609596"/>
                </a:lnTo>
                <a:lnTo>
                  <a:pt x="2025404" y="603115"/>
                </a:lnTo>
                <a:lnTo>
                  <a:pt x="2023802" y="595176"/>
                </a:lnTo>
                <a:lnTo>
                  <a:pt x="2025404" y="587237"/>
                </a:lnTo>
                <a:lnTo>
                  <a:pt x="2029773" y="580756"/>
                </a:lnTo>
                <a:lnTo>
                  <a:pt x="2036254" y="576386"/>
                </a:lnTo>
                <a:lnTo>
                  <a:pt x="2044193" y="574785"/>
                </a:lnTo>
                <a:lnTo>
                  <a:pt x="2052132" y="576386"/>
                </a:lnTo>
                <a:lnTo>
                  <a:pt x="2058613" y="580756"/>
                </a:lnTo>
                <a:lnTo>
                  <a:pt x="2062982" y="587237"/>
                </a:lnTo>
                <a:lnTo>
                  <a:pt x="2064584" y="595176"/>
                </a:lnTo>
                <a:lnTo>
                  <a:pt x="2062982" y="603115"/>
                </a:lnTo>
                <a:lnTo>
                  <a:pt x="2058613" y="609596"/>
                </a:lnTo>
                <a:lnTo>
                  <a:pt x="2052132" y="613965"/>
                </a:lnTo>
                <a:lnTo>
                  <a:pt x="2044193" y="615567"/>
                </a:lnTo>
                <a:close/>
              </a:path>
              <a:path w="2739390" h="615950">
                <a:moveTo>
                  <a:pt x="2269060" y="615567"/>
                </a:moveTo>
                <a:lnTo>
                  <a:pt x="2261121" y="613965"/>
                </a:lnTo>
                <a:lnTo>
                  <a:pt x="2254640" y="609596"/>
                </a:lnTo>
                <a:lnTo>
                  <a:pt x="2250271" y="603115"/>
                </a:lnTo>
                <a:lnTo>
                  <a:pt x="2248669" y="595176"/>
                </a:lnTo>
                <a:lnTo>
                  <a:pt x="2250271" y="587237"/>
                </a:lnTo>
                <a:lnTo>
                  <a:pt x="2254640" y="580756"/>
                </a:lnTo>
                <a:lnTo>
                  <a:pt x="2261121" y="576386"/>
                </a:lnTo>
                <a:lnTo>
                  <a:pt x="2269060" y="574785"/>
                </a:lnTo>
                <a:lnTo>
                  <a:pt x="2276999" y="576386"/>
                </a:lnTo>
                <a:lnTo>
                  <a:pt x="2283480" y="580756"/>
                </a:lnTo>
                <a:lnTo>
                  <a:pt x="2287849" y="587237"/>
                </a:lnTo>
                <a:lnTo>
                  <a:pt x="2289451" y="595176"/>
                </a:lnTo>
                <a:lnTo>
                  <a:pt x="2287849" y="603115"/>
                </a:lnTo>
                <a:lnTo>
                  <a:pt x="2283480" y="609596"/>
                </a:lnTo>
                <a:lnTo>
                  <a:pt x="2276999" y="613965"/>
                </a:lnTo>
                <a:lnTo>
                  <a:pt x="2269060" y="615567"/>
                </a:lnTo>
                <a:close/>
              </a:path>
              <a:path w="2739390" h="615950">
                <a:moveTo>
                  <a:pt x="2493927" y="615567"/>
                </a:moveTo>
                <a:lnTo>
                  <a:pt x="2485988" y="613965"/>
                </a:lnTo>
                <a:lnTo>
                  <a:pt x="2479507" y="609596"/>
                </a:lnTo>
                <a:lnTo>
                  <a:pt x="2475138" y="603115"/>
                </a:lnTo>
                <a:lnTo>
                  <a:pt x="2473536" y="595176"/>
                </a:lnTo>
                <a:lnTo>
                  <a:pt x="2475138" y="587237"/>
                </a:lnTo>
                <a:lnTo>
                  <a:pt x="2479507" y="580756"/>
                </a:lnTo>
                <a:lnTo>
                  <a:pt x="2485988" y="576386"/>
                </a:lnTo>
                <a:lnTo>
                  <a:pt x="2493927" y="574785"/>
                </a:lnTo>
                <a:lnTo>
                  <a:pt x="2501866" y="576386"/>
                </a:lnTo>
                <a:lnTo>
                  <a:pt x="2508347" y="580756"/>
                </a:lnTo>
                <a:lnTo>
                  <a:pt x="2512716" y="587237"/>
                </a:lnTo>
                <a:lnTo>
                  <a:pt x="2514318" y="595176"/>
                </a:lnTo>
                <a:lnTo>
                  <a:pt x="2512716" y="603115"/>
                </a:lnTo>
                <a:lnTo>
                  <a:pt x="2508347" y="609596"/>
                </a:lnTo>
                <a:lnTo>
                  <a:pt x="2501866" y="613965"/>
                </a:lnTo>
                <a:lnTo>
                  <a:pt x="2493927" y="615567"/>
                </a:lnTo>
                <a:close/>
              </a:path>
              <a:path w="2739390" h="615950">
                <a:moveTo>
                  <a:pt x="2718794" y="615567"/>
                </a:moveTo>
                <a:lnTo>
                  <a:pt x="2710855" y="613965"/>
                </a:lnTo>
                <a:lnTo>
                  <a:pt x="2704374" y="609596"/>
                </a:lnTo>
                <a:lnTo>
                  <a:pt x="2700005" y="603115"/>
                </a:lnTo>
                <a:lnTo>
                  <a:pt x="2698403" y="595176"/>
                </a:lnTo>
                <a:lnTo>
                  <a:pt x="2700005" y="587237"/>
                </a:lnTo>
                <a:lnTo>
                  <a:pt x="2704374" y="580756"/>
                </a:lnTo>
                <a:lnTo>
                  <a:pt x="2710855" y="576386"/>
                </a:lnTo>
                <a:lnTo>
                  <a:pt x="2718794" y="574785"/>
                </a:lnTo>
                <a:lnTo>
                  <a:pt x="2726733" y="576386"/>
                </a:lnTo>
                <a:lnTo>
                  <a:pt x="2733214" y="580756"/>
                </a:lnTo>
                <a:lnTo>
                  <a:pt x="2737583" y="587237"/>
                </a:lnTo>
                <a:lnTo>
                  <a:pt x="2739185" y="595176"/>
                </a:lnTo>
                <a:lnTo>
                  <a:pt x="2737583" y="603115"/>
                </a:lnTo>
                <a:lnTo>
                  <a:pt x="2733214" y="609596"/>
                </a:lnTo>
                <a:lnTo>
                  <a:pt x="2726733" y="613965"/>
                </a:lnTo>
                <a:lnTo>
                  <a:pt x="2718794" y="615567"/>
                </a:lnTo>
                <a:close/>
              </a:path>
            </a:pathLst>
          </a:custGeom>
          <a:solidFill>
            <a:srgbClr val="18405D"/>
          </a:solidFill>
        </p:spPr>
        <p:txBody>
          <a:bodyPr wrap="square" lIns="0" tIns="0" rIns="0" bIns="0" rtlCol="0"/>
          <a:lstStyle/>
          <a:p>
            <a:endParaRPr/>
          </a:p>
        </p:txBody>
      </p:sp>
      <p:sp>
        <p:nvSpPr>
          <p:cNvPr id="2" name="Holder 2"/>
          <p:cNvSpPr>
            <a:spLocks noGrp="1"/>
          </p:cNvSpPr>
          <p:nvPr>
            <p:ph type="title"/>
          </p:nvPr>
        </p:nvSpPr>
        <p:spPr>
          <a:xfrm>
            <a:off x="5564293" y="1996008"/>
            <a:ext cx="7159413" cy="1421764"/>
          </a:xfrm>
          <a:prstGeom prst="rect">
            <a:avLst/>
          </a:prstGeom>
        </p:spPr>
        <p:txBody>
          <a:bodyPr wrap="square" lIns="0" tIns="0" rIns="0" bIns="0">
            <a:spAutoFit/>
          </a:bodyPr>
          <a:lstStyle>
            <a:lvl1pPr>
              <a:defRPr sz="9150" b="1" i="0">
                <a:solidFill>
                  <a:srgbClr val="18405D"/>
                </a:solidFill>
                <a:latin typeface="Trebuchet MS"/>
                <a:cs typeface="Trebuchet MS"/>
              </a:defRPr>
            </a:lvl1pPr>
          </a:lstStyle>
          <a:p>
            <a:endParaRPr/>
          </a:p>
        </p:txBody>
      </p:sp>
      <p:sp>
        <p:nvSpPr>
          <p:cNvPr id="3" name="Holder 3"/>
          <p:cNvSpPr>
            <a:spLocks noGrp="1"/>
          </p:cNvSpPr>
          <p:nvPr>
            <p:ph type="body" idx="1"/>
          </p:nvPr>
        </p:nvSpPr>
        <p:spPr>
          <a:xfrm>
            <a:off x="3179992" y="4378163"/>
            <a:ext cx="11928475" cy="3121025"/>
          </a:xfrm>
          <a:prstGeom prst="rect">
            <a:avLst/>
          </a:prstGeom>
        </p:spPr>
        <p:txBody>
          <a:bodyPr wrap="square" lIns="0" tIns="0" rIns="0" bIns="0">
            <a:spAutoFit/>
          </a:bodyPr>
          <a:lstStyle>
            <a:lvl1pPr>
              <a:defRPr sz="3500" b="0" i="0">
                <a:solidFill>
                  <a:srgbClr val="18405D"/>
                </a:solidFill>
                <a:latin typeface="Tahoma"/>
                <a:cs typeface="Tahom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144344"/>
            <a:ext cx="17449800" cy="4633961"/>
          </a:xfrm>
          <a:prstGeom prst="rect">
            <a:avLst/>
          </a:prstGeom>
        </p:spPr>
        <p:txBody>
          <a:bodyPr vert="horz" wrap="square" lIns="0" tIns="17145" rIns="0" bIns="0" rtlCol="0">
            <a:spAutoFit/>
          </a:bodyPr>
          <a:lstStyle/>
          <a:p>
            <a:pPr marL="12700" algn="ctr">
              <a:lnSpc>
                <a:spcPct val="100000"/>
              </a:lnSpc>
              <a:spcBef>
                <a:spcPts val="135"/>
              </a:spcBef>
            </a:pPr>
            <a:r>
              <a:rPr lang="en-IN" sz="6000" dirty="0">
                <a:latin typeface="Times New Roman" panose="02020603050405020304" pitchFamily="18" charset="0"/>
                <a:cs typeface="Times New Roman" panose="02020603050405020304" pitchFamily="18" charset="0"/>
              </a:rPr>
              <a:t>AI-Powered </a:t>
            </a:r>
            <a:r>
              <a:rPr lang="en-IN" sz="6000" dirty="0">
                <a:solidFill>
                  <a:schemeClr val="tx2">
                    <a:lumMod val="75000"/>
                  </a:schemeClr>
                </a:solidFill>
                <a:latin typeface="Times New Roman" panose="02020603050405020304" pitchFamily="18" charset="0"/>
                <a:cs typeface="Times New Roman" panose="02020603050405020304" pitchFamily="18" charset="0"/>
              </a:rPr>
              <a:t>Farme</a:t>
            </a:r>
            <a:r>
              <a:rPr lang="en-IN" sz="6000" dirty="0">
                <a:latin typeface="Times New Roman" panose="02020603050405020304" pitchFamily="18" charset="0"/>
                <a:cs typeface="Times New Roman" panose="02020603050405020304" pitchFamily="18" charset="0"/>
              </a:rPr>
              <a:t>r-to-Market Advisory System</a:t>
            </a:r>
            <a:br>
              <a:rPr lang="en-IN" sz="6000" dirty="0">
                <a:latin typeface="Times New Roman" panose="02020603050405020304" pitchFamily="18" charset="0"/>
                <a:cs typeface="Times New Roman" panose="02020603050405020304" pitchFamily="18" charset="0"/>
              </a:rPr>
            </a:br>
            <a:r>
              <a:rPr lang="en-IN" sz="60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 Holistic Approach with Computer Vision, Large Language Models, and Real-Time Data Integration</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under the guidance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of</a:t>
            </a:r>
            <a:br>
              <a:rPr lang="en-US" sz="3600" dirty="0">
                <a:latin typeface="Times New Roman" panose="02020603050405020304" pitchFamily="18" charset="0"/>
                <a:cs typeface="Times New Roman" panose="02020603050405020304" pitchFamily="18" charset="0"/>
              </a:rPr>
            </a:br>
            <a:r>
              <a:rPr lang="en-US" sz="3600" b="0" dirty="0">
                <a:latin typeface="Times New Roman" panose="02020603050405020304" pitchFamily="18" charset="0"/>
                <a:cs typeface="Times New Roman" panose="02020603050405020304" pitchFamily="18" charset="0"/>
              </a:rPr>
              <a:t>Mrs. G. V. Leela Kumari</a:t>
            </a:r>
            <a:endParaRPr sz="3600" dirty="0"/>
          </a:p>
        </p:txBody>
      </p:sp>
      <p:sp>
        <p:nvSpPr>
          <p:cNvPr id="5" name="TextBox 4">
            <a:extLst>
              <a:ext uri="{FF2B5EF4-FFF2-40B4-BE49-F238E27FC236}">
                <a16:creationId xmlns:a16="http://schemas.microsoft.com/office/drawing/2014/main" id="{6F305D78-4734-70BB-9A64-070880DBB45A}"/>
              </a:ext>
            </a:extLst>
          </p:cNvPr>
          <p:cNvSpPr txBox="1"/>
          <p:nvPr/>
        </p:nvSpPr>
        <p:spPr>
          <a:xfrm>
            <a:off x="11163300" y="6438900"/>
            <a:ext cx="7086600" cy="2958502"/>
          </a:xfrm>
          <a:prstGeom prst="rect">
            <a:avLst/>
          </a:prstGeom>
          <a:noFill/>
        </p:spPr>
        <p:txBody>
          <a:bodyPr wrap="square" rtlCol="0">
            <a:spAutoFit/>
          </a:bodyPr>
          <a:lstStyle/>
          <a:p>
            <a:pPr>
              <a:lnSpc>
                <a:spcPct val="150000"/>
              </a:lnSpc>
            </a:pPr>
            <a:r>
              <a:rPr lang="en-IN" sz="3200" dirty="0">
                <a:solidFill>
                  <a:schemeClr val="tx2">
                    <a:lumMod val="75000"/>
                  </a:schemeClr>
                </a:solidFill>
                <a:latin typeface="Times New Roman" panose="02020603050405020304" pitchFamily="18" charset="0"/>
                <a:cs typeface="Times New Roman" panose="02020603050405020304" pitchFamily="18" charset="0"/>
              </a:rPr>
              <a:t>Presented by team(CM13):</a:t>
            </a:r>
          </a:p>
          <a:p>
            <a:pPr>
              <a:lnSpc>
                <a:spcPct val="150000"/>
              </a:lnSpc>
            </a:pPr>
            <a:r>
              <a:rPr lang="en-IN" sz="3200" dirty="0">
                <a:solidFill>
                  <a:schemeClr val="tx2">
                    <a:lumMod val="75000"/>
                  </a:schemeClr>
                </a:solidFill>
                <a:latin typeface="Times New Roman" panose="02020603050405020304" pitchFamily="18" charset="0"/>
                <a:cs typeface="Times New Roman" panose="02020603050405020304" pitchFamily="18" charset="0"/>
              </a:rPr>
              <a:t>M. Suchithra(Y22ACM448)</a:t>
            </a:r>
          </a:p>
          <a:p>
            <a:pPr>
              <a:lnSpc>
                <a:spcPct val="150000"/>
              </a:lnSpc>
            </a:pPr>
            <a:r>
              <a:rPr lang="en-IN" sz="3200" dirty="0">
                <a:solidFill>
                  <a:schemeClr val="tx2">
                    <a:lumMod val="75000"/>
                  </a:schemeClr>
                </a:solidFill>
                <a:latin typeface="Times New Roman" panose="02020603050405020304" pitchFamily="18" charset="0"/>
                <a:cs typeface="Times New Roman" panose="02020603050405020304" pitchFamily="18" charset="0"/>
              </a:rPr>
              <a:t>M. Rahul(Y22ACM451)</a:t>
            </a:r>
          </a:p>
          <a:p>
            <a:pPr>
              <a:lnSpc>
                <a:spcPct val="150000"/>
              </a:lnSpc>
            </a:pPr>
            <a:r>
              <a:rPr lang="en-IN" sz="3200" dirty="0">
                <a:solidFill>
                  <a:schemeClr val="tx2">
                    <a:lumMod val="75000"/>
                  </a:schemeClr>
                </a:solidFill>
                <a:latin typeface="Times New Roman" panose="02020603050405020304" pitchFamily="18" charset="0"/>
                <a:cs typeface="Times New Roman" panose="02020603050405020304" pitchFamily="18" charset="0"/>
              </a:rPr>
              <a:t>S. Balaji(Y22ACM476)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28801" y="952500"/>
            <a:ext cx="11582400" cy="1029769"/>
          </a:xfrm>
          <a:prstGeom prst="rect">
            <a:avLst/>
          </a:prstGeom>
        </p:spPr>
        <p:txBody>
          <a:bodyPr vert="horz" wrap="square" lIns="0" tIns="13970" rIns="0" bIns="0" rtlCol="0">
            <a:spAutoFit/>
          </a:bodyPr>
          <a:lstStyle/>
          <a:p>
            <a:pPr marL="12700" algn="l">
              <a:lnSpc>
                <a:spcPct val="100000"/>
              </a:lnSpc>
              <a:spcBef>
                <a:spcPts val="110"/>
              </a:spcBef>
            </a:pPr>
            <a:r>
              <a:rPr lang="en-IN" sz="6600" spc="335" dirty="0">
                <a:latin typeface="Times New Roman" panose="02020603050405020304" pitchFamily="18" charset="0"/>
                <a:cs typeface="Times New Roman" panose="02020603050405020304" pitchFamily="18" charset="0"/>
              </a:rPr>
              <a:t>Table of Contents</a:t>
            </a:r>
            <a:endParaRPr sz="6600" spc="335" dirty="0">
              <a:latin typeface="Times New Roman" panose="02020603050405020304" pitchFamily="18" charset="0"/>
              <a:cs typeface="Times New Roman" panose="02020603050405020304" pitchFamily="18" charset="0"/>
            </a:endParaRPr>
          </a:p>
        </p:txBody>
      </p:sp>
      <p:sp>
        <p:nvSpPr>
          <p:cNvPr id="7" name="Flowchart: Terminator 6">
            <a:extLst>
              <a:ext uri="{FF2B5EF4-FFF2-40B4-BE49-F238E27FC236}">
                <a16:creationId xmlns:a16="http://schemas.microsoft.com/office/drawing/2014/main" id="{1760FEE9-988A-043D-EBBE-D682FA8E54BF}"/>
              </a:ext>
            </a:extLst>
          </p:cNvPr>
          <p:cNvSpPr/>
          <p:nvPr/>
        </p:nvSpPr>
        <p:spPr>
          <a:xfrm>
            <a:off x="1676400" y="3009900"/>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Abstract</a:t>
            </a:r>
          </a:p>
        </p:txBody>
      </p:sp>
      <p:sp>
        <p:nvSpPr>
          <p:cNvPr id="9" name="Flowchart: Terminator 8">
            <a:extLst>
              <a:ext uri="{FF2B5EF4-FFF2-40B4-BE49-F238E27FC236}">
                <a16:creationId xmlns:a16="http://schemas.microsoft.com/office/drawing/2014/main" id="{101AD8C4-0135-ABAD-0BD9-26EBDBF53664}"/>
              </a:ext>
            </a:extLst>
          </p:cNvPr>
          <p:cNvSpPr/>
          <p:nvPr/>
        </p:nvSpPr>
        <p:spPr>
          <a:xfrm>
            <a:off x="1676400" y="4628615"/>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Existing System</a:t>
            </a:r>
          </a:p>
        </p:txBody>
      </p:sp>
      <p:sp>
        <p:nvSpPr>
          <p:cNvPr id="10" name="Flowchart: Terminator 9">
            <a:extLst>
              <a:ext uri="{FF2B5EF4-FFF2-40B4-BE49-F238E27FC236}">
                <a16:creationId xmlns:a16="http://schemas.microsoft.com/office/drawing/2014/main" id="{5F4E5B18-F7C0-D3CC-F5B6-5F0316041B69}"/>
              </a:ext>
            </a:extLst>
          </p:cNvPr>
          <p:cNvSpPr/>
          <p:nvPr/>
        </p:nvSpPr>
        <p:spPr>
          <a:xfrm>
            <a:off x="7848600" y="3009900"/>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Implementation</a:t>
            </a:r>
          </a:p>
        </p:txBody>
      </p:sp>
      <p:sp>
        <p:nvSpPr>
          <p:cNvPr id="11" name="Flowchart: Terminator 10">
            <a:extLst>
              <a:ext uri="{FF2B5EF4-FFF2-40B4-BE49-F238E27FC236}">
                <a16:creationId xmlns:a16="http://schemas.microsoft.com/office/drawing/2014/main" id="{EA91C0FD-3832-3549-57AE-3F30252CEAAE}"/>
              </a:ext>
            </a:extLst>
          </p:cNvPr>
          <p:cNvSpPr/>
          <p:nvPr/>
        </p:nvSpPr>
        <p:spPr>
          <a:xfrm>
            <a:off x="1828800" y="7700573"/>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Design</a:t>
            </a:r>
          </a:p>
        </p:txBody>
      </p:sp>
      <p:sp>
        <p:nvSpPr>
          <p:cNvPr id="12" name="Flowchart: Terminator 11">
            <a:extLst>
              <a:ext uri="{FF2B5EF4-FFF2-40B4-BE49-F238E27FC236}">
                <a16:creationId xmlns:a16="http://schemas.microsoft.com/office/drawing/2014/main" id="{A0D0026E-A98E-C918-E95F-69CFB2DE5535}"/>
              </a:ext>
            </a:extLst>
          </p:cNvPr>
          <p:cNvSpPr/>
          <p:nvPr/>
        </p:nvSpPr>
        <p:spPr>
          <a:xfrm>
            <a:off x="1676400" y="6125424"/>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Proposed System</a:t>
            </a:r>
          </a:p>
        </p:txBody>
      </p:sp>
      <p:sp>
        <p:nvSpPr>
          <p:cNvPr id="13" name="Flowchart: Terminator 12">
            <a:extLst>
              <a:ext uri="{FF2B5EF4-FFF2-40B4-BE49-F238E27FC236}">
                <a16:creationId xmlns:a16="http://schemas.microsoft.com/office/drawing/2014/main" id="{6F748770-186A-D9F0-BB8E-045DA48EFC0C}"/>
              </a:ext>
            </a:extLst>
          </p:cNvPr>
          <p:cNvSpPr/>
          <p:nvPr/>
        </p:nvSpPr>
        <p:spPr>
          <a:xfrm>
            <a:off x="7848600" y="4576919"/>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Results</a:t>
            </a:r>
          </a:p>
        </p:txBody>
      </p:sp>
      <p:sp>
        <p:nvSpPr>
          <p:cNvPr id="14" name="Flowchart: Terminator 13">
            <a:extLst>
              <a:ext uri="{FF2B5EF4-FFF2-40B4-BE49-F238E27FC236}">
                <a16:creationId xmlns:a16="http://schemas.microsoft.com/office/drawing/2014/main" id="{9269E317-F142-03E2-CD63-FB0F4AADAD9F}"/>
              </a:ext>
            </a:extLst>
          </p:cNvPr>
          <p:cNvSpPr/>
          <p:nvPr/>
        </p:nvSpPr>
        <p:spPr>
          <a:xfrm>
            <a:off x="7848600" y="6143939"/>
            <a:ext cx="4953000" cy="1029770"/>
          </a:xfrm>
          <a:prstGeom prst="flowChartTerminator">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4800" dirty="0">
                <a:solidFill>
                  <a:schemeClr val="tx2">
                    <a:lumMod val="75000"/>
                  </a:schemeClr>
                </a:solidFill>
                <a:latin typeface="Times New Roman" panose="02020603050405020304" pitchFamily="18" charset="0"/>
                <a:cs typeface="Times New Roman" panose="02020603050405020304" pitchFamily="18" charset="0"/>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343815"/>
            <a:ext cx="9156065" cy="1421765"/>
          </a:xfrm>
          <a:prstGeom prst="rect">
            <a:avLst/>
          </a:prstGeom>
        </p:spPr>
        <p:txBody>
          <a:bodyPr vert="horz" wrap="square" lIns="0" tIns="13970" rIns="0" bIns="0" rtlCol="0">
            <a:spAutoFit/>
          </a:bodyPr>
          <a:lstStyle/>
          <a:p>
            <a:pPr marL="12700">
              <a:lnSpc>
                <a:spcPct val="100000"/>
              </a:lnSpc>
              <a:spcBef>
                <a:spcPts val="110"/>
              </a:spcBef>
            </a:pPr>
            <a:r>
              <a:rPr lang="en-IN" spc="180" dirty="0"/>
              <a:t>       </a:t>
            </a:r>
            <a:r>
              <a:rPr lang="en-IN" sz="7200" spc="180" dirty="0">
                <a:latin typeface="Times New Roman" panose="02020603050405020304" pitchFamily="18" charset="0"/>
                <a:cs typeface="Times New Roman" panose="02020603050405020304" pitchFamily="18" charset="0"/>
              </a:rPr>
              <a:t>Abstract</a:t>
            </a:r>
            <a:endParaRPr sz="7200" spc="254"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4AD16E7-E95A-C204-94A2-A44B3DDA83D3}"/>
              </a:ext>
            </a:extLst>
          </p:cNvPr>
          <p:cNvSpPr txBox="1"/>
          <p:nvPr/>
        </p:nvSpPr>
        <p:spPr>
          <a:xfrm>
            <a:off x="1828800" y="1803680"/>
            <a:ext cx="15163800" cy="7390485"/>
          </a:xfrm>
          <a:prstGeom prst="rect">
            <a:avLst/>
          </a:prstGeom>
          <a:noFill/>
        </p:spPr>
        <p:txBody>
          <a:bodyPr wrap="square" rtlCol="0">
            <a:spAutoFit/>
          </a:bodyPr>
          <a:lstStyle/>
          <a:p>
            <a:pPr algn="just">
              <a:lnSpc>
                <a:spcPct val="150000"/>
              </a:lnSpc>
            </a:pPr>
            <a:r>
              <a:rPr lang="en-AU" sz="3200" dirty="0">
                <a:solidFill>
                  <a:schemeClr val="tx2">
                    <a:lumMod val="75000"/>
                  </a:schemeClr>
                </a:solidFill>
                <a:latin typeface="Times New Roman" panose="02020603050405020304" pitchFamily="18" charset="0"/>
                <a:cs typeface="Times New Roman" panose="02020603050405020304" pitchFamily="18" charset="0"/>
              </a:rPr>
              <a:t>Farmers often lack access to integrated market intelligence combining price trends, weather variability, and logistics costs, leading to suboptimal selling decisions and post-harvest losses. This study proposes an AI driven farmer to market advisory system that integrates computer- vision based crop identification, real time mandi price retrieval, geolocation enabled transport cost estimation, and storage profitability simulation. The framework analyses multimodal data to recommend optimal selling markets and timing strategies aimed at maximizing net profit. Experimental validation using real time agricultural price datasets demonstrates improved decision support accuracy and reduced spoilage risk. The proposed system highlights the potential of AI enabled decision platforms to enhance agricultural marketing efficiency and support data driven farm level economic planning.</a:t>
            </a:r>
            <a:endParaRPr lang="en-IN" sz="3200"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6859" y="495300"/>
            <a:ext cx="9233942" cy="1029769"/>
          </a:xfrm>
          <a:prstGeom prst="rect">
            <a:avLst/>
          </a:prstGeom>
        </p:spPr>
        <p:txBody>
          <a:bodyPr vert="horz" wrap="square" lIns="0" tIns="13970" rIns="0" bIns="0" rtlCol="0">
            <a:spAutoFit/>
          </a:bodyPr>
          <a:lstStyle/>
          <a:p>
            <a:pPr marL="12700">
              <a:lnSpc>
                <a:spcPct val="100000"/>
              </a:lnSpc>
              <a:spcBef>
                <a:spcPts val="110"/>
              </a:spcBef>
            </a:pPr>
            <a:r>
              <a:rPr lang="en-IN" sz="6600" spc="635" dirty="0">
                <a:latin typeface="Times New Roman" panose="02020603050405020304" pitchFamily="18" charset="0"/>
                <a:cs typeface="Times New Roman" panose="02020603050405020304" pitchFamily="18" charset="0"/>
              </a:rPr>
              <a:t>Existing System</a:t>
            </a:r>
            <a:endParaRPr sz="6600" spc="635"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869C5810-E00E-E487-7587-1EC2408768E5}"/>
              </a:ext>
            </a:extLst>
          </p:cNvPr>
          <p:cNvSpPr txBox="1"/>
          <p:nvPr/>
        </p:nvSpPr>
        <p:spPr>
          <a:xfrm>
            <a:off x="1783830" y="2019300"/>
            <a:ext cx="15240000" cy="7017306"/>
          </a:xfrm>
          <a:prstGeom prst="rect">
            <a:avLst/>
          </a:prstGeom>
          <a:noFill/>
        </p:spPr>
        <p:txBody>
          <a:bodyPr wrap="square" rtlCol="0">
            <a:spAutoFit/>
          </a:bodyPr>
          <a:lstStyle/>
          <a:p>
            <a:pPr marL="571500" indent="-571500" algn="just">
              <a:buFont typeface="Wingdings" panose="05000000000000000000" pitchFamily="2" charset="2"/>
              <a:buChar char="v"/>
            </a:pPr>
            <a:r>
              <a:rPr lang="en-US" sz="3600" dirty="0">
                <a:solidFill>
                  <a:schemeClr val="tx2">
                    <a:lumMod val="75000"/>
                  </a:schemeClr>
                </a:solidFill>
                <a:latin typeface="Times New Roman" panose="02020603050405020304" pitchFamily="18" charset="0"/>
                <a:cs typeface="Times New Roman" panose="02020603050405020304" pitchFamily="18" charset="0"/>
              </a:rPr>
              <a:t>The agricultural marketing system uses </a:t>
            </a:r>
            <a:r>
              <a:rPr lang="en-US" sz="3600" b="1" dirty="0">
                <a:solidFill>
                  <a:schemeClr val="tx2">
                    <a:lumMod val="75000"/>
                  </a:schemeClr>
                </a:solidFill>
                <a:latin typeface="Times New Roman" panose="02020603050405020304" pitchFamily="18" charset="0"/>
                <a:cs typeface="Times New Roman" panose="02020603050405020304" pitchFamily="18" charset="0"/>
              </a:rPr>
              <a:t>manual price tracking</a:t>
            </a:r>
            <a:r>
              <a:rPr lang="en-US" sz="3600" dirty="0">
                <a:solidFill>
                  <a:schemeClr val="tx2">
                    <a:lumMod val="75000"/>
                  </a:schemeClr>
                </a:solidFill>
                <a:latin typeface="Times New Roman" panose="02020603050405020304" pitchFamily="18" charset="0"/>
                <a:cs typeface="Times New Roman" panose="02020603050405020304" pitchFamily="18" charset="0"/>
              </a:rPr>
              <a:t>, so farmers rely on word-of-mouth or outdated information, leading to poor selling decisions.</a:t>
            </a:r>
          </a:p>
          <a:p>
            <a:pPr marL="571500" indent="-571500" algn="just">
              <a:buFont typeface="Wingdings" panose="05000000000000000000" pitchFamily="2" charset="2"/>
              <a:buChar char="v"/>
            </a:pPr>
            <a:endParaRPr lang="en-US" sz="3600" b="1" dirty="0">
              <a:solidFill>
                <a:schemeClr val="tx2">
                  <a:lumMod val="7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3600" b="1" dirty="0">
                <a:solidFill>
                  <a:schemeClr val="tx2">
                    <a:lumMod val="75000"/>
                  </a:schemeClr>
                </a:solidFill>
                <a:latin typeface="Times New Roman" panose="02020603050405020304" pitchFamily="18" charset="0"/>
                <a:cs typeface="Times New Roman" panose="02020603050405020304" pitchFamily="18" charset="0"/>
              </a:rPr>
              <a:t>Lack of market information</a:t>
            </a:r>
            <a:r>
              <a:rPr lang="en-US" sz="3600" dirty="0">
                <a:solidFill>
                  <a:schemeClr val="tx2">
                    <a:lumMod val="75000"/>
                  </a:schemeClr>
                </a:solidFill>
                <a:latin typeface="Times New Roman" panose="02020603050405020304" pitchFamily="18" charset="0"/>
                <a:cs typeface="Times New Roman" panose="02020603050405020304" pitchFamily="18" charset="0"/>
              </a:rPr>
              <a:t> forces farmers to depend on middlemen, which reduces their profits.</a:t>
            </a:r>
          </a:p>
          <a:p>
            <a:pPr marL="571500" indent="-571500" algn="just">
              <a:buFont typeface="Wingdings" panose="05000000000000000000" pitchFamily="2" charset="2"/>
              <a:buChar char="v"/>
            </a:pPr>
            <a:endParaRPr lang="en-US" sz="3600" dirty="0">
              <a:solidFill>
                <a:schemeClr val="tx2">
                  <a:lumMod val="7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3600" b="1" dirty="0">
                <a:solidFill>
                  <a:schemeClr val="tx2">
                    <a:lumMod val="75000"/>
                  </a:schemeClr>
                </a:solidFill>
                <a:latin typeface="Times New Roman" panose="02020603050405020304" pitchFamily="18" charset="0"/>
                <a:cs typeface="Times New Roman" panose="02020603050405020304" pitchFamily="18" charset="0"/>
              </a:rPr>
              <a:t>Logistical issues</a:t>
            </a:r>
            <a:r>
              <a:rPr lang="en-US" sz="3600" dirty="0">
                <a:solidFill>
                  <a:schemeClr val="tx2">
                    <a:lumMod val="75000"/>
                  </a:schemeClr>
                </a:solidFill>
                <a:latin typeface="Times New Roman" panose="02020603050405020304" pitchFamily="18" charset="0"/>
                <a:cs typeface="Times New Roman" panose="02020603050405020304" pitchFamily="18" charset="0"/>
              </a:rPr>
              <a:t> arise due to the absence of tools for route planning, weather updates, and transport management.</a:t>
            </a:r>
          </a:p>
          <a:p>
            <a:pPr marL="571500" indent="-571500" algn="just">
              <a:buFont typeface="Wingdings" panose="05000000000000000000" pitchFamily="2" charset="2"/>
              <a:buChar char="v"/>
            </a:pPr>
            <a:endParaRPr lang="en-US" sz="3600" dirty="0">
              <a:solidFill>
                <a:schemeClr val="tx2">
                  <a:lumMod val="75000"/>
                </a:schemeClr>
              </a:solidFill>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v"/>
            </a:pPr>
            <a:r>
              <a:rPr lang="en-US" sz="3600" b="1" dirty="0">
                <a:solidFill>
                  <a:schemeClr val="tx2">
                    <a:lumMod val="75000"/>
                  </a:schemeClr>
                </a:solidFill>
                <a:latin typeface="Times New Roman" panose="02020603050405020304" pitchFamily="18" charset="0"/>
                <a:cs typeface="Times New Roman" panose="02020603050405020304" pitchFamily="18" charset="0"/>
              </a:rPr>
              <a:t>Crop quality and freshness</a:t>
            </a:r>
            <a:r>
              <a:rPr lang="en-US" sz="3600" dirty="0">
                <a:solidFill>
                  <a:schemeClr val="tx2">
                    <a:lumMod val="75000"/>
                  </a:schemeClr>
                </a:solidFill>
                <a:latin typeface="Times New Roman" panose="02020603050405020304" pitchFamily="18" charset="0"/>
                <a:cs typeface="Times New Roman" panose="02020603050405020304" pitchFamily="18" charset="0"/>
              </a:rPr>
              <a:t> are judged subjectively, resulting in inaccurate estimation of shelf life and market value.</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532093"/>
            <a:ext cx="13335000" cy="1029769"/>
          </a:xfrm>
          <a:prstGeom prst="rect">
            <a:avLst/>
          </a:prstGeom>
        </p:spPr>
        <p:txBody>
          <a:bodyPr vert="horz" wrap="square" lIns="0" tIns="13970" rIns="0" bIns="0" rtlCol="0">
            <a:spAutoFit/>
          </a:bodyPr>
          <a:lstStyle/>
          <a:p>
            <a:pPr marL="573405">
              <a:lnSpc>
                <a:spcPct val="100000"/>
              </a:lnSpc>
              <a:spcBef>
                <a:spcPts val="110"/>
              </a:spcBef>
            </a:pPr>
            <a:r>
              <a:rPr lang="en-IN" sz="6600" spc="260" dirty="0">
                <a:latin typeface="Times New Roman" panose="02020603050405020304" pitchFamily="18" charset="0"/>
                <a:cs typeface="Times New Roman" panose="02020603050405020304" pitchFamily="18" charset="0"/>
              </a:rPr>
              <a:t>       Proposed System</a:t>
            </a:r>
            <a:endParaRPr sz="6600" spc="55" dirty="0">
              <a:latin typeface="Times New Roman" panose="02020603050405020304" pitchFamily="18" charset="0"/>
              <a:cs typeface="Times New Roman" panose="02020603050405020304" pitchFamily="18" charset="0"/>
            </a:endParaRPr>
          </a:p>
        </p:txBody>
      </p:sp>
      <p:sp>
        <p:nvSpPr>
          <p:cNvPr id="3" name="object 3"/>
          <p:cNvSpPr txBox="1"/>
          <p:nvPr/>
        </p:nvSpPr>
        <p:spPr>
          <a:xfrm>
            <a:off x="3049365" y="3759038"/>
            <a:ext cx="6880225" cy="572977"/>
          </a:xfrm>
          <a:prstGeom prst="rect">
            <a:avLst/>
          </a:prstGeom>
        </p:spPr>
        <p:txBody>
          <a:bodyPr vert="horz" wrap="square" lIns="0" tIns="12065" rIns="0" bIns="0" rtlCol="0">
            <a:spAutoFit/>
          </a:bodyPr>
          <a:lstStyle/>
          <a:p>
            <a:pPr marL="12700" marR="5080">
              <a:lnSpc>
                <a:spcPct val="116100"/>
              </a:lnSpc>
              <a:spcBef>
                <a:spcPts val="95"/>
              </a:spcBef>
              <a:tabLst>
                <a:tab pos="1724025" algn="l"/>
                <a:tab pos="2627630" algn="l"/>
                <a:tab pos="3383279" algn="l"/>
                <a:tab pos="4845050" algn="l"/>
                <a:tab pos="4974590" algn="l"/>
                <a:tab pos="5784215" algn="l"/>
                <a:tab pos="5996305" algn="l"/>
              </a:tabLst>
            </a:pPr>
            <a:r>
              <a:rPr sz="3500" dirty="0">
                <a:solidFill>
                  <a:srgbClr val="18405D"/>
                </a:solidFill>
                <a:latin typeface="Tahoma"/>
                <a:cs typeface="Tahoma"/>
              </a:rPr>
              <a:t>		</a:t>
            </a:r>
            <a:endParaRPr sz="3500" dirty="0">
              <a:latin typeface="Tahoma"/>
              <a:cs typeface="Tahoma"/>
            </a:endParaRPr>
          </a:p>
        </p:txBody>
      </p:sp>
      <p:sp>
        <p:nvSpPr>
          <p:cNvPr id="15" name="TextBox 14">
            <a:extLst>
              <a:ext uri="{FF2B5EF4-FFF2-40B4-BE49-F238E27FC236}">
                <a16:creationId xmlns:a16="http://schemas.microsoft.com/office/drawing/2014/main" id="{3CCB1B4F-624F-F1B1-2BAB-9A11F30F6E30}"/>
              </a:ext>
            </a:extLst>
          </p:cNvPr>
          <p:cNvSpPr txBox="1"/>
          <p:nvPr/>
        </p:nvSpPr>
        <p:spPr>
          <a:xfrm>
            <a:off x="1524000" y="2171700"/>
            <a:ext cx="15544800" cy="5909310"/>
          </a:xfrm>
          <a:prstGeom prst="rect">
            <a:avLst/>
          </a:prstGeom>
          <a:noFill/>
        </p:spPr>
        <p:txBody>
          <a:bodyPr wrap="square" rtlCol="0">
            <a:spAutoFit/>
          </a:bodyPr>
          <a:lstStyle/>
          <a:p>
            <a:pPr marL="457200" indent="-457200" algn="just">
              <a:buFont typeface="Wingdings" panose="05000000000000000000" pitchFamily="2" charset="2"/>
              <a:buChar char="v"/>
            </a:pPr>
            <a:r>
              <a:rPr lang="en-US" sz="3600" dirty="0">
                <a:solidFill>
                  <a:schemeClr val="tx2">
                    <a:lumMod val="75000"/>
                  </a:schemeClr>
                </a:solidFill>
                <a:latin typeface="Times New Roman" panose="02020603050405020304" pitchFamily="18" charset="0"/>
                <a:cs typeface="Times New Roman" panose="02020603050405020304" pitchFamily="18" charset="0"/>
              </a:rPr>
              <a:t>The proposed system is an </a:t>
            </a:r>
            <a:r>
              <a:rPr lang="en-US" sz="3600" b="1" dirty="0">
                <a:solidFill>
                  <a:schemeClr val="tx2">
                    <a:lumMod val="75000"/>
                  </a:schemeClr>
                </a:solidFill>
                <a:latin typeface="Times New Roman" panose="02020603050405020304" pitchFamily="18" charset="0"/>
                <a:cs typeface="Times New Roman" panose="02020603050405020304" pitchFamily="18" charset="0"/>
              </a:rPr>
              <a:t>AI-based platform using Python and Streamlit</a:t>
            </a:r>
            <a:r>
              <a:rPr lang="en-US" sz="3600" dirty="0">
                <a:solidFill>
                  <a:schemeClr val="tx2">
                    <a:lumMod val="75000"/>
                  </a:schemeClr>
                </a:solidFill>
                <a:latin typeface="Times New Roman" panose="02020603050405020304" pitchFamily="18" charset="0"/>
                <a:cs typeface="Times New Roman" panose="02020603050405020304" pitchFamily="18" charset="0"/>
              </a:rPr>
              <a:t> that provides real-time market information to farmers.</a:t>
            </a:r>
          </a:p>
          <a:p>
            <a:pPr marL="457200" indent="-457200" algn="just">
              <a:buFont typeface="Wingdings" panose="05000000000000000000" pitchFamily="2" charset="2"/>
              <a:buChar char="v"/>
            </a:pPr>
            <a:endParaRPr lang="en-US" sz="3600" dirty="0">
              <a:solidFill>
                <a:schemeClr val="tx2">
                  <a:lumMod val="75000"/>
                </a:schemeClr>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3600" dirty="0">
                <a:solidFill>
                  <a:schemeClr val="tx2">
                    <a:lumMod val="75000"/>
                  </a:schemeClr>
                </a:solidFill>
                <a:latin typeface="Times New Roman" panose="02020603050405020304" pitchFamily="18" charset="0"/>
                <a:cs typeface="Times New Roman" panose="02020603050405020304" pitchFamily="18" charset="0"/>
              </a:rPr>
              <a:t>It </a:t>
            </a:r>
            <a:r>
              <a:rPr lang="en-US" sz="3600" b="1" dirty="0">
                <a:solidFill>
                  <a:schemeClr val="tx2">
                    <a:lumMod val="75000"/>
                  </a:schemeClr>
                </a:solidFill>
                <a:latin typeface="Times New Roman" panose="02020603050405020304" pitchFamily="18" charset="0"/>
                <a:cs typeface="Times New Roman" panose="02020603050405020304" pitchFamily="18" charset="0"/>
              </a:rPr>
              <a:t>automatically collects live prices from AGMARKNET</a:t>
            </a:r>
            <a:r>
              <a:rPr lang="en-US" sz="3600" dirty="0">
                <a:solidFill>
                  <a:schemeClr val="tx2">
                    <a:lumMod val="75000"/>
                  </a:schemeClr>
                </a:solidFill>
                <a:latin typeface="Times New Roman" panose="02020603050405020304" pitchFamily="18" charset="0"/>
                <a:cs typeface="Times New Roman" panose="02020603050405020304" pitchFamily="18" charset="0"/>
              </a:rPr>
              <a:t> and identifies nearby profitable mandis using geocoding.</a:t>
            </a:r>
          </a:p>
          <a:p>
            <a:pPr marL="457200" indent="-457200" algn="just">
              <a:buFont typeface="Wingdings" panose="05000000000000000000" pitchFamily="2" charset="2"/>
              <a:buChar char="v"/>
            </a:pPr>
            <a:endParaRPr lang="en-US" sz="3600" dirty="0">
              <a:solidFill>
                <a:schemeClr val="tx2">
                  <a:lumMod val="75000"/>
                </a:schemeClr>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3600" b="1" dirty="0">
                <a:solidFill>
                  <a:schemeClr val="tx2">
                    <a:lumMod val="75000"/>
                  </a:schemeClr>
                </a:solidFill>
                <a:latin typeface="Times New Roman" panose="02020603050405020304" pitchFamily="18" charset="0"/>
                <a:cs typeface="Times New Roman" panose="02020603050405020304" pitchFamily="18" charset="0"/>
              </a:rPr>
              <a:t>AI-based image processing</a:t>
            </a:r>
            <a:r>
              <a:rPr lang="en-US" sz="3600" dirty="0">
                <a:solidFill>
                  <a:schemeClr val="tx2">
                    <a:lumMod val="75000"/>
                  </a:schemeClr>
                </a:solidFill>
                <a:latin typeface="Times New Roman" panose="02020603050405020304" pitchFamily="18" charset="0"/>
                <a:cs typeface="Times New Roman" panose="02020603050405020304" pitchFamily="18" charset="0"/>
              </a:rPr>
              <a:t> evaluates crop quality and freshness accurately.</a:t>
            </a:r>
          </a:p>
          <a:p>
            <a:pPr marL="457200" indent="-457200" algn="just">
              <a:buFont typeface="Wingdings" panose="05000000000000000000" pitchFamily="2" charset="2"/>
              <a:buChar char="v"/>
            </a:pPr>
            <a:endParaRPr lang="en-US" sz="3600" dirty="0">
              <a:solidFill>
                <a:schemeClr val="tx2">
                  <a:lumMod val="75000"/>
                </a:schemeClr>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en-US" sz="3600" dirty="0">
                <a:solidFill>
                  <a:schemeClr val="tx2">
                    <a:lumMod val="75000"/>
                  </a:schemeClr>
                </a:solidFill>
                <a:latin typeface="Times New Roman" panose="02020603050405020304" pitchFamily="18" charset="0"/>
                <a:cs typeface="Times New Roman" panose="02020603050405020304" pitchFamily="18" charset="0"/>
              </a:rPr>
              <a:t>The system offers </a:t>
            </a:r>
            <a:r>
              <a:rPr lang="en-US" sz="3600" b="1" dirty="0">
                <a:solidFill>
                  <a:schemeClr val="tx2">
                    <a:lumMod val="75000"/>
                  </a:schemeClr>
                </a:solidFill>
                <a:latin typeface="Times New Roman" panose="02020603050405020304" pitchFamily="18" charset="0"/>
                <a:cs typeface="Times New Roman" panose="02020603050405020304" pitchFamily="18" charset="0"/>
              </a:rPr>
              <a:t>decision support</a:t>
            </a:r>
            <a:r>
              <a:rPr lang="en-US" sz="3600" dirty="0">
                <a:solidFill>
                  <a:schemeClr val="tx2">
                    <a:lumMod val="75000"/>
                  </a:schemeClr>
                </a:solidFill>
                <a:latin typeface="Times New Roman" panose="02020603050405020304" pitchFamily="18" charset="0"/>
                <a:cs typeface="Times New Roman" panose="02020603050405020304" pitchFamily="18" charset="0"/>
              </a:rPr>
              <a:t>, helping farmers decide the best time to sell for maximum profit.</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64328C70-EA55-213A-5897-26D3B3F4D889}"/>
              </a:ext>
            </a:extLst>
          </p:cNvPr>
          <p:cNvSpPr>
            <a:spLocks noGrp="1"/>
          </p:cNvSpPr>
          <p:nvPr>
            <p:ph type="title"/>
          </p:nvPr>
        </p:nvSpPr>
        <p:spPr>
          <a:xfrm>
            <a:off x="6477000" y="342900"/>
            <a:ext cx="8305800" cy="1015663"/>
          </a:xfrm>
        </p:spPr>
        <p:txBody>
          <a:bodyPr/>
          <a:lstStyle/>
          <a:p>
            <a:r>
              <a:rPr lang="en-IN" sz="6600" dirty="0">
                <a:latin typeface="Times New Roman" panose="02020603050405020304" pitchFamily="18" charset="0"/>
                <a:cs typeface="Times New Roman" panose="02020603050405020304" pitchFamily="18" charset="0"/>
              </a:rPr>
              <a:t>Future Scope</a:t>
            </a:r>
          </a:p>
        </p:txBody>
      </p:sp>
      <p:sp>
        <p:nvSpPr>
          <p:cNvPr id="43" name="Speech Bubble: Rectangle with Corners Rounded 42">
            <a:extLst>
              <a:ext uri="{FF2B5EF4-FFF2-40B4-BE49-F238E27FC236}">
                <a16:creationId xmlns:a16="http://schemas.microsoft.com/office/drawing/2014/main" id="{4E0B358E-C55C-FA10-0600-58999EDFBBB2}"/>
              </a:ext>
            </a:extLst>
          </p:cNvPr>
          <p:cNvSpPr/>
          <p:nvPr/>
        </p:nvSpPr>
        <p:spPr>
          <a:xfrm>
            <a:off x="1295400" y="2095500"/>
            <a:ext cx="6400800" cy="2286000"/>
          </a:xfrm>
          <a:prstGeom prst="wedgeRoundRectCallou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solidFill>
                  <a:schemeClr val="tx2">
                    <a:lumMod val="75000"/>
                  </a:schemeClr>
                </a:solidFill>
                <a:latin typeface="Times New Roman" panose="02020603050405020304" pitchFamily="18" charset="0"/>
                <a:cs typeface="Times New Roman" panose="02020603050405020304" pitchFamily="18" charset="0"/>
              </a:rPr>
              <a:t>Implementation of </a:t>
            </a:r>
            <a:r>
              <a:rPr lang="en-US" sz="3600" b="1" dirty="0">
                <a:solidFill>
                  <a:schemeClr val="tx2">
                    <a:lumMod val="75000"/>
                  </a:schemeClr>
                </a:solidFill>
                <a:latin typeface="Times New Roman" panose="02020603050405020304" pitchFamily="18" charset="0"/>
                <a:cs typeface="Times New Roman" panose="02020603050405020304" pitchFamily="18" charset="0"/>
              </a:rPr>
              <a:t>advanced deep learning models</a:t>
            </a:r>
            <a:r>
              <a:rPr lang="en-US" sz="3600" dirty="0">
                <a:solidFill>
                  <a:schemeClr val="tx2">
                    <a:lumMod val="75000"/>
                  </a:schemeClr>
                </a:solidFill>
                <a:latin typeface="Times New Roman" panose="02020603050405020304" pitchFamily="18" charset="0"/>
                <a:cs typeface="Times New Roman" panose="02020603050405020304" pitchFamily="18" charset="0"/>
              </a:rPr>
              <a:t> to improve prediction accuracy</a:t>
            </a:r>
            <a:endParaRPr lang="en-IN" sz="36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4" name="Speech Bubble: Rectangle with Corners Rounded 43">
            <a:extLst>
              <a:ext uri="{FF2B5EF4-FFF2-40B4-BE49-F238E27FC236}">
                <a16:creationId xmlns:a16="http://schemas.microsoft.com/office/drawing/2014/main" id="{DEEB22C9-A644-4711-23A2-C18A99896903}"/>
              </a:ext>
            </a:extLst>
          </p:cNvPr>
          <p:cNvSpPr/>
          <p:nvPr/>
        </p:nvSpPr>
        <p:spPr>
          <a:xfrm>
            <a:off x="9753600" y="2122714"/>
            <a:ext cx="6574971" cy="2286000"/>
          </a:xfrm>
          <a:prstGeom prst="wedgeRoundRectCallou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solidFill>
                  <a:schemeClr val="tx2">
                    <a:lumMod val="75000"/>
                  </a:schemeClr>
                </a:solidFill>
                <a:latin typeface="Times New Roman" panose="02020603050405020304" pitchFamily="18" charset="0"/>
                <a:cs typeface="Times New Roman" panose="02020603050405020304" pitchFamily="18" charset="0"/>
              </a:rPr>
              <a:t>Support for </a:t>
            </a:r>
            <a:r>
              <a:rPr lang="en-US" sz="3600" b="1" dirty="0">
                <a:solidFill>
                  <a:schemeClr val="tx2">
                    <a:lumMod val="75000"/>
                  </a:schemeClr>
                </a:solidFill>
                <a:latin typeface="Times New Roman" panose="02020603050405020304" pitchFamily="18" charset="0"/>
                <a:cs typeface="Times New Roman" panose="02020603050405020304" pitchFamily="18" charset="0"/>
              </a:rPr>
              <a:t>multiple regional languages</a:t>
            </a:r>
            <a:r>
              <a:rPr lang="en-US" sz="3600" dirty="0">
                <a:solidFill>
                  <a:schemeClr val="tx2">
                    <a:lumMod val="75000"/>
                  </a:schemeClr>
                </a:solidFill>
                <a:latin typeface="Times New Roman" panose="02020603050405020304" pitchFamily="18" charset="0"/>
                <a:cs typeface="Times New Roman" panose="02020603050405020304" pitchFamily="18" charset="0"/>
              </a:rPr>
              <a:t> to enhance usability</a:t>
            </a:r>
            <a:endParaRPr lang="en-IN" sz="36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5" name="Speech Bubble: Rectangle with Corners Rounded 44">
            <a:extLst>
              <a:ext uri="{FF2B5EF4-FFF2-40B4-BE49-F238E27FC236}">
                <a16:creationId xmlns:a16="http://schemas.microsoft.com/office/drawing/2014/main" id="{74020146-65BE-098B-79AD-D957234D257B}"/>
              </a:ext>
            </a:extLst>
          </p:cNvPr>
          <p:cNvSpPr/>
          <p:nvPr/>
        </p:nvSpPr>
        <p:spPr>
          <a:xfrm>
            <a:off x="1322614" y="5578929"/>
            <a:ext cx="6400800" cy="2286000"/>
          </a:xfrm>
          <a:prstGeom prst="wedgeRoundRectCallou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solidFill>
                  <a:schemeClr val="tx2">
                    <a:lumMod val="75000"/>
                  </a:schemeClr>
                </a:solidFill>
                <a:latin typeface="Times New Roman" panose="02020603050405020304" pitchFamily="18" charset="0"/>
                <a:cs typeface="Times New Roman" panose="02020603050405020304" pitchFamily="18" charset="0"/>
              </a:rPr>
              <a:t>Use of </a:t>
            </a:r>
            <a:r>
              <a:rPr lang="en-US" sz="3600" b="1" dirty="0">
                <a:solidFill>
                  <a:schemeClr val="tx2">
                    <a:lumMod val="75000"/>
                  </a:schemeClr>
                </a:solidFill>
                <a:latin typeface="Times New Roman" panose="02020603050405020304" pitchFamily="18" charset="0"/>
                <a:cs typeface="Times New Roman" panose="02020603050405020304" pitchFamily="18" charset="0"/>
              </a:rPr>
              <a:t>blockchain technology</a:t>
            </a:r>
            <a:r>
              <a:rPr lang="en-US" sz="3600" dirty="0">
                <a:solidFill>
                  <a:schemeClr val="tx2">
                    <a:lumMod val="75000"/>
                  </a:schemeClr>
                </a:solidFill>
                <a:latin typeface="Times New Roman" panose="02020603050405020304" pitchFamily="18" charset="0"/>
                <a:cs typeface="Times New Roman" panose="02020603050405020304" pitchFamily="18" charset="0"/>
              </a:rPr>
              <a:t> for secure and transparent supply chain</a:t>
            </a:r>
            <a:endParaRPr lang="en-IN" sz="36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6" name="Speech Bubble: Rectangle with Corners Rounded 45">
            <a:extLst>
              <a:ext uri="{FF2B5EF4-FFF2-40B4-BE49-F238E27FC236}">
                <a16:creationId xmlns:a16="http://schemas.microsoft.com/office/drawing/2014/main" id="{2749B44C-6EC9-4764-A215-744FB0E9178D}"/>
              </a:ext>
            </a:extLst>
          </p:cNvPr>
          <p:cNvSpPr/>
          <p:nvPr/>
        </p:nvSpPr>
        <p:spPr>
          <a:xfrm>
            <a:off x="9927771" y="5578929"/>
            <a:ext cx="6400800" cy="2286000"/>
          </a:xfrm>
          <a:prstGeom prst="wedgeRoundRectCallou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solidFill>
                  <a:schemeClr val="tx2">
                    <a:lumMod val="75000"/>
                  </a:schemeClr>
                </a:solidFill>
              </a:rPr>
              <a:t>Addition of </a:t>
            </a:r>
            <a:r>
              <a:rPr lang="en-US" sz="3600" b="1" dirty="0">
                <a:solidFill>
                  <a:schemeClr val="tx2">
                    <a:lumMod val="75000"/>
                  </a:schemeClr>
                </a:solidFill>
              </a:rPr>
              <a:t>user feedback system</a:t>
            </a:r>
            <a:r>
              <a:rPr lang="en-US" sz="3600" dirty="0">
                <a:solidFill>
                  <a:schemeClr val="tx2">
                    <a:lumMod val="75000"/>
                  </a:schemeClr>
                </a:solidFill>
              </a:rPr>
              <a:t> for continuous improvement</a:t>
            </a:r>
            <a:endParaRPr lang="en-IN" sz="3600" dirty="0">
              <a:solidFill>
                <a:schemeClr val="tx2">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03327" y="190500"/>
            <a:ext cx="5681345" cy="1029769"/>
          </a:xfrm>
          <a:prstGeom prst="rect">
            <a:avLst/>
          </a:prstGeom>
        </p:spPr>
        <p:txBody>
          <a:bodyPr vert="horz" wrap="square" lIns="0" tIns="13970" rIns="0" bIns="0" rtlCol="0">
            <a:spAutoFit/>
          </a:bodyPr>
          <a:lstStyle/>
          <a:p>
            <a:pPr marL="12700">
              <a:lnSpc>
                <a:spcPct val="100000"/>
              </a:lnSpc>
              <a:spcBef>
                <a:spcPts val="110"/>
              </a:spcBef>
            </a:pPr>
            <a:r>
              <a:rPr lang="en-IN" sz="6600" spc="490" dirty="0">
                <a:latin typeface="Times New Roman" panose="02020603050405020304" pitchFamily="18" charset="0"/>
                <a:cs typeface="Times New Roman" panose="02020603050405020304" pitchFamily="18" charset="0"/>
              </a:rPr>
              <a:t>   Design</a:t>
            </a:r>
            <a:endParaRPr sz="6600" spc="490" dirty="0">
              <a:latin typeface="Times New Roman" panose="02020603050405020304" pitchFamily="18" charset="0"/>
              <a:cs typeface="Times New Roman" panose="02020603050405020304" pitchFamily="18" charset="0"/>
            </a:endParaRPr>
          </a:p>
        </p:txBody>
      </p:sp>
      <p:sp>
        <p:nvSpPr>
          <p:cNvPr id="11" name="Rectangle: Diagonal Corners Rounded 10">
            <a:extLst>
              <a:ext uri="{FF2B5EF4-FFF2-40B4-BE49-F238E27FC236}">
                <a16:creationId xmlns:a16="http://schemas.microsoft.com/office/drawing/2014/main" id="{BF0DC201-6B5C-05BB-6679-738F689ACE69}"/>
              </a:ext>
            </a:extLst>
          </p:cNvPr>
          <p:cNvSpPr/>
          <p:nvPr/>
        </p:nvSpPr>
        <p:spPr>
          <a:xfrm>
            <a:off x="1632857" y="2097238"/>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3" name="TextBox 12">
            <a:extLst>
              <a:ext uri="{FF2B5EF4-FFF2-40B4-BE49-F238E27FC236}">
                <a16:creationId xmlns:a16="http://schemas.microsoft.com/office/drawing/2014/main" id="{1B2B2CAF-6679-B091-C84E-8B4A5ABF245F}"/>
              </a:ext>
            </a:extLst>
          </p:cNvPr>
          <p:cNvSpPr txBox="1"/>
          <p:nvPr/>
        </p:nvSpPr>
        <p:spPr>
          <a:xfrm>
            <a:off x="1785257" y="2225006"/>
            <a:ext cx="5829300" cy="2554545"/>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1. User Input Module</a:t>
            </a:r>
          </a:p>
          <a:p>
            <a:pPr>
              <a:buNone/>
            </a:pPr>
            <a:r>
              <a:rPr lang="en-US" sz="3200" dirty="0">
                <a:latin typeface="Times New Roman" panose="02020603050405020304" pitchFamily="18" charset="0"/>
                <a:cs typeface="Times New Roman" panose="02020603050405020304" pitchFamily="18" charset="0"/>
              </a:rPr>
              <a:t>Collects farmer details such as crop, quantity, location, and images. Ensures accurate input for processing.</a:t>
            </a:r>
          </a:p>
        </p:txBody>
      </p:sp>
      <p:sp>
        <p:nvSpPr>
          <p:cNvPr id="14" name="Rectangle: Diagonal Corners Rounded 13">
            <a:extLst>
              <a:ext uri="{FF2B5EF4-FFF2-40B4-BE49-F238E27FC236}">
                <a16:creationId xmlns:a16="http://schemas.microsoft.com/office/drawing/2014/main" id="{1D2A7CF3-DB76-EDCB-8CDA-BEC445929704}"/>
              </a:ext>
            </a:extLst>
          </p:cNvPr>
          <p:cNvSpPr/>
          <p:nvPr/>
        </p:nvSpPr>
        <p:spPr>
          <a:xfrm>
            <a:off x="8915400" y="2014977"/>
            <a:ext cx="5829300" cy="272922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5" name="Rectangle: Diagonal Corners Rounded 14">
            <a:extLst>
              <a:ext uri="{FF2B5EF4-FFF2-40B4-BE49-F238E27FC236}">
                <a16:creationId xmlns:a16="http://schemas.microsoft.com/office/drawing/2014/main" id="{53D39058-879B-8AE4-B222-745DC870BB75}"/>
              </a:ext>
            </a:extLst>
          </p:cNvPr>
          <p:cNvSpPr/>
          <p:nvPr/>
        </p:nvSpPr>
        <p:spPr>
          <a:xfrm>
            <a:off x="8915400" y="5566862"/>
            <a:ext cx="5829300" cy="2648366"/>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6" name="Rectangle: Diagonal Corners Rounded 15">
            <a:extLst>
              <a:ext uri="{FF2B5EF4-FFF2-40B4-BE49-F238E27FC236}">
                <a16:creationId xmlns:a16="http://schemas.microsoft.com/office/drawing/2014/main" id="{3926A49E-B099-2C3E-3788-A0596FE2B9E8}"/>
              </a:ext>
            </a:extLst>
          </p:cNvPr>
          <p:cNvSpPr/>
          <p:nvPr/>
        </p:nvSpPr>
        <p:spPr>
          <a:xfrm>
            <a:off x="1632857" y="5599519"/>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7" name="TextBox 16">
            <a:extLst>
              <a:ext uri="{FF2B5EF4-FFF2-40B4-BE49-F238E27FC236}">
                <a16:creationId xmlns:a16="http://schemas.microsoft.com/office/drawing/2014/main" id="{94E55BEC-62DE-18AD-BF25-58B682A452B7}"/>
              </a:ext>
            </a:extLst>
          </p:cNvPr>
          <p:cNvSpPr txBox="1"/>
          <p:nvPr/>
        </p:nvSpPr>
        <p:spPr>
          <a:xfrm>
            <a:off x="9144000" y="2230449"/>
            <a:ext cx="5410201" cy="206210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2. Data Acquisition Module</a:t>
            </a:r>
          </a:p>
          <a:p>
            <a:r>
              <a:rPr lang="en-US" sz="3200" dirty="0">
                <a:latin typeface="Times New Roman" panose="02020603050405020304" pitchFamily="18" charset="0"/>
                <a:cs typeface="Times New Roman" panose="02020603050405020304" pitchFamily="18" charset="0"/>
              </a:rPr>
              <a:t>Fetches real-time data like market prices, weather, and location using APIs</a:t>
            </a:r>
            <a:r>
              <a:rPr lang="en-US" dirty="0"/>
              <a:t>.</a:t>
            </a:r>
          </a:p>
        </p:txBody>
      </p:sp>
      <p:sp>
        <p:nvSpPr>
          <p:cNvPr id="18" name="TextBox 17">
            <a:extLst>
              <a:ext uri="{FF2B5EF4-FFF2-40B4-BE49-F238E27FC236}">
                <a16:creationId xmlns:a16="http://schemas.microsoft.com/office/drawing/2014/main" id="{A531CE00-34E4-D219-CDCB-1DCCC7F33009}"/>
              </a:ext>
            </a:extLst>
          </p:cNvPr>
          <p:cNvSpPr txBox="1"/>
          <p:nvPr/>
        </p:nvSpPr>
        <p:spPr>
          <a:xfrm>
            <a:off x="1981200" y="5973508"/>
            <a:ext cx="5029200" cy="2062103"/>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3. Computer Vision Module</a:t>
            </a:r>
          </a:p>
          <a:p>
            <a:r>
              <a:rPr lang="en-US" sz="3200" dirty="0">
                <a:latin typeface="Times New Roman" panose="02020603050405020304" pitchFamily="18" charset="0"/>
                <a:cs typeface="Times New Roman" panose="02020603050405020304" pitchFamily="18" charset="0"/>
              </a:rPr>
              <a:t>Analyzes crop images to identify crop type and check quality or freshness.</a:t>
            </a:r>
          </a:p>
        </p:txBody>
      </p:sp>
      <p:sp>
        <p:nvSpPr>
          <p:cNvPr id="19" name="TextBox 18">
            <a:extLst>
              <a:ext uri="{FF2B5EF4-FFF2-40B4-BE49-F238E27FC236}">
                <a16:creationId xmlns:a16="http://schemas.microsoft.com/office/drawing/2014/main" id="{59501218-FAEB-8D41-CE37-3EAD316A563A}"/>
              </a:ext>
            </a:extLst>
          </p:cNvPr>
          <p:cNvSpPr txBox="1"/>
          <p:nvPr/>
        </p:nvSpPr>
        <p:spPr>
          <a:xfrm>
            <a:off x="9143999" y="5599519"/>
            <a:ext cx="5410202" cy="2831544"/>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4. Data Integration and Analysis Module</a:t>
            </a:r>
          </a:p>
          <a:p>
            <a:r>
              <a:rPr lang="en-US" sz="3200" dirty="0">
                <a:latin typeface="Times New Roman" panose="02020603050405020304" pitchFamily="18" charset="0"/>
                <a:cs typeface="Times New Roman" panose="02020603050405020304" pitchFamily="18" charset="0"/>
              </a:rPr>
              <a:t>Combines all data (price, weather, location) and performs analysis for decision-making.</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Diagonal Corners Rounded 2">
            <a:extLst>
              <a:ext uri="{FF2B5EF4-FFF2-40B4-BE49-F238E27FC236}">
                <a16:creationId xmlns:a16="http://schemas.microsoft.com/office/drawing/2014/main" id="{2886915F-33CC-E225-9B36-9E7047E41216}"/>
              </a:ext>
            </a:extLst>
          </p:cNvPr>
          <p:cNvSpPr/>
          <p:nvPr/>
        </p:nvSpPr>
        <p:spPr>
          <a:xfrm>
            <a:off x="1632857" y="2097238"/>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Rectangle: Diagonal Corners Rounded 3">
            <a:extLst>
              <a:ext uri="{FF2B5EF4-FFF2-40B4-BE49-F238E27FC236}">
                <a16:creationId xmlns:a16="http://schemas.microsoft.com/office/drawing/2014/main" id="{F1211520-B19B-CBD9-8FD3-E2BC7DC5A640}"/>
              </a:ext>
            </a:extLst>
          </p:cNvPr>
          <p:cNvSpPr/>
          <p:nvPr/>
        </p:nvSpPr>
        <p:spPr>
          <a:xfrm>
            <a:off x="9525000" y="1994668"/>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5" name="Rectangle: Diagonal Corners Rounded 4">
            <a:extLst>
              <a:ext uri="{FF2B5EF4-FFF2-40B4-BE49-F238E27FC236}">
                <a16:creationId xmlns:a16="http://schemas.microsoft.com/office/drawing/2014/main" id="{0508F611-3219-3BDA-A0B7-0BD7DB4779CC}"/>
              </a:ext>
            </a:extLst>
          </p:cNvPr>
          <p:cNvSpPr/>
          <p:nvPr/>
        </p:nvSpPr>
        <p:spPr>
          <a:xfrm>
            <a:off x="1632857" y="5981700"/>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Rectangle: Diagonal Corners Rounded 5">
            <a:extLst>
              <a:ext uri="{FF2B5EF4-FFF2-40B4-BE49-F238E27FC236}">
                <a16:creationId xmlns:a16="http://schemas.microsoft.com/office/drawing/2014/main" id="{DF2155BA-3529-54B2-C293-9714020DADD2}"/>
              </a:ext>
            </a:extLst>
          </p:cNvPr>
          <p:cNvSpPr/>
          <p:nvPr/>
        </p:nvSpPr>
        <p:spPr>
          <a:xfrm>
            <a:off x="9525000" y="5981699"/>
            <a:ext cx="5981700" cy="2810083"/>
          </a:xfrm>
          <a:prstGeom prst="round2Diag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7" name="TextBox 6">
            <a:extLst>
              <a:ext uri="{FF2B5EF4-FFF2-40B4-BE49-F238E27FC236}">
                <a16:creationId xmlns:a16="http://schemas.microsoft.com/office/drawing/2014/main" id="{2106E74D-9EF5-2E0A-7646-FAC8EE2D5D22}"/>
              </a:ext>
            </a:extLst>
          </p:cNvPr>
          <p:cNvSpPr txBox="1"/>
          <p:nvPr/>
        </p:nvSpPr>
        <p:spPr>
          <a:xfrm>
            <a:off x="1956707" y="2359652"/>
            <a:ext cx="5334000" cy="2339102"/>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5. Decision-Making Module</a:t>
            </a:r>
          </a:p>
          <a:p>
            <a:r>
              <a:rPr lang="en-US" sz="3200" dirty="0">
                <a:latin typeface="Times New Roman" panose="02020603050405020304" pitchFamily="18" charset="0"/>
                <a:cs typeface="Times New Roman" panose="02020603050405020304" pitchFamily="18" charset="0"/>
              </a:rPr>
              <a:t>Calculates best mandi, profit, transport cost, and sell vs store decision using algorithms.</a:t>
            </a:r>
          </a:p>
          <a:p>
            <a:endParaRPr lang="en-IN" dirty="0"/>
          </a:p>
        </p:txBody>
      </p:sp>
      <p:sp>
        <p:nvSpPr>
          <p:cNvPr id="8" name="TextBox 7">
            <a:extLst>
              <a:ext uri="{FF2B5EF4-FFF2-40B4-BE49-F238E27FC236}">
                <a16:creationId xmlns:a16="http://schemas.microsoft.com/office/drawing/2014/main" id="{78CA8576-D2C1-F49B-F94F-D5055621341B}"/>
              </a:ext>
            </a:extLst>
          </p:cNvPr>
          <p:cNvSpPr txBox="1"/>
          <p:nvPr/>
        </p:nvSpPr>
        <p:spPr>
          <a:xfrm flipH="1">
            <a:off x="9829800" y="2091795"/>
            <a:ext cx="5676900" cy="255454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6. Advisory Report Generation Module</a:t>
            </a:r>
          </a:p>
          <a:p>
            <a:r>
              <a:rPr lang="en-US" sz="3200" dirty="0">
                <a:latin typeface="Times New Roman" panose="02020603050405020304" pitchFamily="18" charset="0"/>
                <a:cs typeface="Times New Roman" panose="02020603050405020304" pitchFamily="18" charset="0"/>
              </a:rPr>
              <a:t>Generates a structured report with clear suggestions for farmers.</a:t>
            </a:r>
          </a:p>
        </p:txBody>
      </p:sp>
      <p:sp>
        <p:nvSpPr>
          <p:cNvPr id="9" name="TextBox 8">
            <a:extLst>
              <a:ext uri="{FF2B5EF4-FFF2-40B4-BE49-F238E27FC236}">
                <a16:creationId xmlns:a16="http://schemas.microsoft.com/office/drawing/2014/main" id="{B177B825-F904-981B-D9F2-446B7C8C2FD2}"/>
              </a:ext>
            </a:extLst>
          </p:cNvPr>
          <p:cNvSpPr txBox="1"/>
          <p:nvPr/>
        </p:nvSpPr>
        <p:spPr>
          <a:xfrm>
            <a:off x="1956707" y="6134100"/>
            <a:ext cx="5334000" cy="2831544"/>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7. Recommendation Module</a:t>
            </a:r>
          </a:p>
          <a:p>
            <a:r>
              <a:rPr lang="en-IN" sz="3200" dirty="0">
                <a:latin typeface="Times New Roman" panose="02020603050405020304" pitchFamily="18" charset="0"/>
                <a:cs typeface="Times New Roman" panose="02020603050405020304" pitchFamily="18" charset="0"/>
              </a:rPr>
              <a:t>Provides simple recommendations like best market, profit analysis, and storage advice</a:t>
            </a:r>
            <a:r>
              <a:rPr lang="en-IN" dirty="0"/>
              <a:t>.</a:t>
            </a:r>
          </a:p>
          <a:p>
            <a:endParaRPr lang="en-IN" dirty="0"/>
          </a:p>
        </p:txBody>
      </p:sp>
      <p:sp>
        <p:nvSpPr>
          <p:cNvPr id="10" name="TextBox 9">
            <a:extLst>
              <a:ext uri="{FF2B5EF4-FFF2-40B4-BE49-F238E27FC236}">
                <a16:creationId xmlns:a16="http://schemas.microsoft.com/office/drawing/2014/main" id="{4EBE2E29-8788-B13D-E156-C7BBA2DFA717}"/>
              </a:ext>
            </a:extLst>
          </p:cNvPr>
          <p:cNvSpPr txBox="1"/>
          <p:nvPr/>
        </p:nvSpPr>
        <p:spPr>
          <a:xfrm>
            <a:off x="9848850" y="6134100"/>
            <a:ext cx="5334000" cy="2831544"/>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8. Output &amp; Visualization Module</a:t>
            </a:r>
          </a:p>
          <a:p>
            <a:r>
              <a:rPr lang="en-US" sz="3200" dirty="0">
                <a:latin typeface="Times New Roman" panose="02020603050405020304" pitchFamily="18" charset="0"/>
                <a:cs typeface="Times New Roman" panose="02020603050405020304" pitchFamily="18" charset="0"/>
              </a:rPr>
              <a:t>Displays results using tables, charts, and text in a user-friendly format.</a:t>
            </a:r>
          </a:p>
          <a:p>
            <a:endParaRPr lang="en-IN" dirty="0"/>
          </a:p>
        </p:txBody>
      </p:sp>
    </p:spTree>
    <p:extLst>
      <p:ext uri="{BB962C8B-B14F-4D97-AF65-F5344CB8AC3E}">
        <p14:creationId xmlns:p14="http://schemas.microsoft.com/office/powerpoint/2010/main" val="593940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5CEB6C-6315-4633-2DD5-F99C9338631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1562100"/>
            <a:ext cx="12573000" cy="7315200"/>
          </a:xfrm>
          <a:prstGeom prst="rect">
            <a:avLst/>
          </a:prstGeom>
          <a:noFill/>
          <a:ln>
            <a:noFill/>
          </a:ln>
        </p:spPr>
      </p:pic>
      <p:sp>
        <p:nvSpPr>
          <p:cNvPr id="4" name="TextBox 3">
            <a:extLst>
              <a:ext uri="{FF2B5EF4-FFF2-40B4-BE49-F238E27FC236}">
                <a16:creationId xmlns:a16="http://schemas.microsoft.com/office/drawing/2014/main" id="{C73E6D3B-26FC-E393-BA62-D6556D87B6BF}"/>
              </a:ext>
            </a:extLst>
          </p:cNvPr>
          <p:cNvSpPr txBox="1"/>
          <p:nvPr/>
        </p:nvSpPr>
        <p:spPr>
          <a:xfrm>
            <a:off x="3962400" y="397014"/>
            <a:ext cx="10134600" cy="707886"/>
          </a:xfrm>
          <a:prstGeom prst="rect">
            <a:avLst/>
          </a:prstGeom>
          <a:noFill/>
        </p:spPr>
        <p:txBody>
          <a:bodyPr wrap="square" rtlCol="0">
            <a:spAutoFit/>
          </a:bodyPr>
          <a:lstStyle/>
          <a:p>
            <a:r>
              <a:rPr lang="en-IN" sz="4000" b="1" dirty="0">
                <a:solidFill>
                  <a:schemeClr val="tx2">
                    <a:lumMod val="75000"/>
                  </a:schemeClr>
                </a:solidFill>
                <a:latin typeface="Times New Roman" panose="02020603050405020304" pitchFamily="18" charset="0"/>
                <a:cs typeface="Times New Roman" panose="02020603050405020304" pitchFamily="18" charset="0"/>
              </a:rPr>
              <a:t>                      Data flow Diagram</a:t>
            </a:r>
          </a:p>
        </p:txBody>
      </p:sp>
    </p:spTree>
    <p:extLst>
      <p:ext uri="{BB962C8B-B14F-4D97-AF65-F5344CB8AC3E}">
        <p14:creationId xmlns:p14="http://schemas.microsoft.com/office/powerpoint/2010/main" val="3131143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2118E2-6F08-5AEE-5FF4-8A69E8707966}"/>
              </a:ext>
            </a:extLst>
          </p:cNvPr>
          <p:cNvSpPr txBox="1"/>
          <p:nvPr/>
        </p:nvSpPr>
        <p:spPr>
          <a:xfrm>
            <a:off x="4572000" y="800100"/>
            <a:ext cx="8763000" cy="1015663"/>
          </a:xfrm>
          <a:prstGeom prst="rect">
            <a:avLst/>
          </a:prstGeom>
          <a:noFill/>
        </p:spPr>
        <p:txBody>
          <a:bodyPr wrap="square" rtlCol="0">
            <a:spAutoFit/>
          </a:bodyPr>
          <a:lstStyle/>
          <a:p>
            <a:r>
              <a:rPr lang="en-IN" sz="4400" b="1" dirty="0">
                <a:solidFill>
                  <a:schemeClr val="tx2">
                    <a:lumMod val="75000"/>
                  </a:schemeClr>
                </a:solidFill>
                <a:latin typeface="Times New Roman" panose="02020603050405020304" pitchFamily="18" charset="0"/>
                <a:cs typeface="Times New Roman" panose="02020603050405020304" pitchFamily="18" charset="0"/>
              </a:rPr>
              <a:t>   </a:t>
            </a:r>
            <a:r>
              <a:rPr lang="en-IN" sz="6000" b="1" dirty="0">
                <a:solidFill>
                  <a:schemeClr val="tx2">
                    <a:lumMod val="75000"/>
                  </a:schemeClr>
                </a:solidFill>
                <a:latin typeface="Times New Roman" panose="02020603050405020304" pitchFamily="18" charset="0"/>
                <a:cs typeface="Times New Roman" panose="02020603050405020304" pitchFamily="18" charset="0"/>
              </a:rPr>
              <a:t>Implementation</a:t>
            </a:r>
            <a:r>
              <a:rPr lang="en-IN" sz="4400" b="1" dirty="0">
                <a:solidFill>
                  <a:schemeClr val="tx2">
                    <a:lumMod val="75000"/>
                  </a:schemeClr>
                </a:solidFill>
                <a:latin typeface="Times New Roman" panose="02020603050405020304" pitchFamily="18" charset="0"/>
                <a:cs typeface="Times New Roman" panose="02020603050405020304" pitchFamily="18" charset="0"/>
              </a:rPr>
              <a:t> </a:t>
            </a:r>
            <a:r>
              <a:rPr lang="en-IN" sz="6000" b="1" dirty="0">
                <a:solidFill>
                  <a:schemeClr val="tx2">
                    <a:lumMod val="75000"/>
                  </a:schemeClr>
                </a:solidFill>
                <a:latin typeface="Times New Roman" panose="02020603050405020304" pitchFamily="18" charset="0"/>
                <a:cs typeface="Times New Roman" panose="02020603050405020304" pitchFamily="18" charset="0"/>
              </a:rPr>
              <a:t>Process</a:t>
            </a:r>
          </a:p>
        </p:txBody>
      </p:sp>
      <p:sp>
        <p:nvSpPr>
          <p:cNvPr id="3" name="TextBox 2">
            <a:extLst>
              <a:ext uri="{FF2B5EF4-FFF2-40B4-BE49-F238E27FC236}">
                <a16:creationId xmlns:a16="http://schemas.microsoft.com/office/drawing/2014/main" id="{1DA582D1-726E-C833-7421-D419EC982FCD}"/>
              </a:ext>
            </a:extLst>
          </p:cNvPr>
          <p:cNvSpPr txBox="1"/>
          <p:nvPr/>
        </p:nvSpPr>
        <p:spPr>
          <a:xfrm>
            <a:off x="228600" y="2188026"/>
            <a:ext cx="5867400" cy="3323987"/>
          </a:xfrm>
          <a:prstGeom prst="rect">
            <a:avLst/>
          </a:prstGeom>
          <a:noFill/>
        </p:spPr>
        <p:txBody>
          <a:bodyPr wrap="square" rtlCol="0">
            <a:spAutoFit/>
          </a:bodyPr>
          <a:lstStyle/>
          <a:p>
            <a:pPr marL="514350" indent="-514350" algn="l">
              <a:lnSpc>
                <a:spcPct val="150000"/>
              </a:lnSpc>
              <a:buAutoNum type="arabicPeriod"/>
            </a:pPr>
            <a:r>
              <a:rPr lang="en-US" sz="3200" b="1" dirty="0">
                <a:solidFill>
                  <a:schemeClr val="tx2">
                    <a:lumMod val="75000"/>
                  </a:schemeClr>
                </a:solidFill>
                <a:latin typeface="Times New Roman" panose="02020603050405020304" pitchFamily="18" charset="0"/>
                <a:cs typeface="Times New Roman" panose="02020603050405020304" pitchFamily="18" charset="0"/>
              </a:rPr>
              <a:t>Requirement Analysis</a:t>
            </a:r>
          </a:p>
          <a:p>
            <a:pPr algn="l">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Identifies farmer needs like price               comparison, market selection, and storage decisions.</a:t>
            </a:r>
          </a:p>
          <a:p>
            <a:endParaRPr lang="en-IN" dirty="0"/>
          </a:p>
        </p:txBody>
      </p:sp>
      <p:sp>
        <p:nvSpPr>
          <p:cNvPr id="4" name="TextBox 3">
            <a:extLst>
              <a:ext uri="{FF2B5EF4-FFF2-40B4-BE49-F238E27FC236}">
                <a16:creationId xmlns:a16="http://schemas.microsoft.com/office/drawing/2014/main" id="{11848B59-50D3-9258-6FB7-06D7B91D6668}"/>
              </a:ext>
            </a:extLst>
          </p:cNvPr>
          <p:cNvSpPr txBox="1"/>
          <p:nvPr/>
        </p:nvSpPr>
        <p:spPr>
          <a:xfrm>
            <a:off x="6123214" y="2188025"/>
            <a:ext cx="5867400" cy="3323987"/>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2. System Design</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Designs system architecture by dividing it into modules like input, processing, and output.</a:t>
            </a:r>
          </a:p>
          <a:p>
            <a:endParaRPr lang="en-IN" dirty="0"/>
          </a:p>
        </p:txBody>
      </p:sp>
      <p:sp>
        <p:nvSpPr>
          <p:cNvPr id="5" name="TextBox 4">
            <a:extLst>
              <a:ext uri="{FF2B5EF4-FFF2-40B4-BE49-F238E27FC236}">
                <a16:creationId xmlns:a16="http://schemas.microsoft.com/office/drawing/2014/main" id="{C7B47E8E-5530-74EB-8101-4ED873F52200}"/>
              </a:ext>
            </a:extLst>
          </p:cNvPr>
          <p:cNvSpPr txBox="1"/>
          <p:nvPr/>
        </p:nvSpPr>
        <p:spPr>
          <a:xfrm>
            <a:off x="12192002" y="2188025"/>
            <a:ext cx="5638798" cy="2958502"/>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3. Frontend Development</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Develops user interface using Streamlit (app.py) for input, navigation, and result display.</a:t>
            </a:r>
          </a:p>
        </p:txBody>
      </p:sp>
      <p:sp>
        <p:nvSpPr>
          <p:cNvPr id="6" name="TextBox 5">
            <a:extLst>
              <a:ext uri="{FF2B5EF4-FFF2-40B4-BE49-F238E27FC236}">
                <a16:creationId xmlns:a16="http://schemas.microsoft.com/office/drawing/2014/main" id="{E7C0A3E3-706C-96F3-B8B3-37FBB418D641}"/>
              </a:ext>
            </a:extLst>
          </p:cNvPr>
          <p:cNvSpPr txBox="1"/>
          <p:nvPr/>
        </p:nvSpPr>
        <p:spPr>
          <a:xfrm>
            <a:off x="228600" y="5512012"/>
            <a:ext cx="5562600" cy="3323987"/>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4. Backend Development</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Implements Python modules and APIs for data processing, price, weather, and decision logic.</a:t>
            </a:r>
          </a:p>
          <a:p>
            <a:endParaRPr lang="en-IN" dirty="0"/>
          </a:p>
        </p:txBody>
      </p:sp>
      <p:sp>
        <p:nvSpPr>
          <p:cNvPr id="7" name="TextBox 6">
            <a:extLst>
              <a:ext uri="{FF2B5EF4-FFF2-40B4-BE49-F238E27FC236}">
                <a16:creationId xmlns:a16="http://schemas.microsoft.com/office/drawing/2014/main" id="{5B65067C-2F4E-5929-2C0E-4733BF36C7A5}"/>
              </a:ext>
            </a:extLst>
          </p:cNvPr>
          <p:cNvSpPr txBox="1"/>
          <p:nvPr/>
        </p:nvSpPr>
        <p:spPr>
          <a:xfrm>
            <a:off x="6096000" y="5517455"/>
            <a:ext cx="5763986" cy="3323987"/>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 AI Model Integration</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Integrates AI models for crop analysis, freshness detection, and intelligent recommendations.</a:t>
            </a:r>
          </a:p>
          <a:p>
            <a:endParaRPr lang="en-IN" dirty="0"/>
          </a:p>
        </p:txBody>
      </p:sp>
      <p:sp>
        <p:nvSpPr>
          <p:cNvPr id="8" name="TextBox 7">
            <a:extLst>
              <a:ext uri="{FF2B5EF4-FFF2-40B4-BE49-F238E27FC236}">
                <a16:creationId xmlns:a16="http://schemas.microsoft.com/office/drawing/2014/main" id="{6097FC9D-366D-2611-73C8-EDD7891114A5}"/>
              </a:ext>
            </a:extLst>
          </p:cNvPr>
          <p:cNvSpPr txBox="1"/>
          <p:nvPr/>
        </p:nvSpPr>
        <p:spPr>
          <a:xfrm>
            <a:off x="12202888" y="5518789"/>
            <a:ext cx="5246912" cy="3323987"/>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6. Integration of Modules</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Combines frontend, backend, APIs, and AI models for smooth data flow.</a:t>
            </a:r>
          </a:p>
          <a:p>
            <a:endParaRPr lang="en-IN" dirty="0"/>
          </a:p>
        </p:txBody>
      </p:sp>
    </p:spTree>
    <p:extLst>
      <p:ext uri="{BB962C8B-B14F-4D97-AF65-F5344CB8AC3E}">
        <p14:creationId xmlns:p14="http://schemas.microsoft.com/office/powerpoint/2010/main" val="2443063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C57B7-A470-0E12-7512-1703C7BEA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8029" y="0"/>
            <a:ext cx="8458200" cy="10287000"/>
          </a:xfrm>
          <a:prstGeom prst="rect">
            <a:avLst/>
          </a:prstGeom>
        </p:spPr>
      </p:pic>
      <p:sp>
        <p:nvSpPr>
          <p:cNvPr id="4" name="TextBox 3">
            <a:extLst>
              <a:ext uri="{FF2B5EF4-FFF2-40B4-BE49-F238E27FC236}">
                <a16:creationId xmlns:a16="http://schemas.microsoft.com/office/drawing/2014/main" id="{B52BA581-49D6-DCB3-6F8D-8FA9216B1E3E}"/>
              </a:ext>
            </a:extLst>
          </p:cNvPr>
          <p:cNvSpPr txBox="1"/>
          <p:nvPr/>
        </p:nvSpPr>
        <p:spPr>
          <a:xfrm>
            <a:off x="1752600" y="800100"/>
            <a:ext cx="7162800" cy="2585323"/>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7. Testing and Validation</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Performs testing to ensure system accuracy, performance, and reliability.</a:t>
            </a:r>
          </a:p>
          <a:p>
            <a:endParaRPr lang="en-IN" dirty="0"/>
          </a:p>
        </p:txBody>
      </p:sp>
      <p:sp>
        <p:nvSpPr>
          <p:cNvPr id="5" name="TextBox 4">
            <a:extLst>
              <a:ext uri="{FF2B5EF4-FFF2-40B4-BE49-F238E27FC236}">
                <a16:creationId xmlns:a16="http://schemas.microsoft.com/office/drawing/2014/main" id="{40756BC3-0443-3712-BFEA-433A00300154}"/>
              </a:ext>
            </a:extLst>
          </p:cNvPr>
          <p:cNvSpPr txBox="1"/>
          <p:nvPr/>
        </p:nvSpPr>
        <p:spPr>
          <a:xfrm>
            <a:off x="1752600" y="3543300"/>
            <a:ext cx="6324600" cy="2585323"/>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8. Deployment</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Deploys the system as a Streamlit web application for user access.</a:t>
            </a:r>
          </a:p>
          <a:p>
            <a:endParaRPr lang="en-IN" dirty="0"/>
          </a:p>
        </p:txBody>
      </p:sp>
      <p:sp>
        <p:nvSpPr>
          <p:cNvPr id="7" name="TextBox 6">
            <a:extLst>
              <a:ext uri="{FF2B5EF4-FFF2-40B4-BE49-F238E27FC236}">
                <a16:creationId xmlns:a16="http://schemas.microsoft.com/office/drawing/2014/main" id="{AF6E17C3-484A-3C7E-9EDF-F31F8BA16533}"/>
              </a:ext>
            </a:extLst>
          </p:cNvPr>
          <p:cNvSpPr txBox="1"/>
          <p:nvPr/>
        </p:nvSpPr>
        <p:spPr>
          <a:xfrm>
            <a:off x="1752600" y="6515100"/>
            <a:ext cx="5791200" cy="2585323"/>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9. Deployment</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Deploys the system as a Streamlit web application for user access.</a:t>
            </a:r>
          </a:p>
          <a:p>
            <a:endParaRPr lang="en-IN" dirty="0"/>
          </a:p>
        </p:txBody>
      </p:sp>
    </p:spTree>
    <p:extLst>
      <p:ext uri="{BB962C8B-B14F-4D97-AF65-F5344CB8AC3E}">
        <p14:creationId xmlns:p14="http://schemas.microsoft.com/office/powerpoint/2010/main" val="500509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E57E9A-5E81-6A51-7005-FCA48EBB3259}"/>
              </a:ext>
            </a:extLst>
          </p:cNvPr>
          <p:cNvSpPr txBox="1"/>
          <p:nvPr/>
        </p:nvSpPr>
        <p:spPr>
          <a:xfrm>
            <a:off x="6934200" y="571500"/>
            <a:ext cx="6934200" cy="1107996"/>
          </a:xfrm>
          <a:prstGeom prst="rect">
            <a:avLst/>
          </a:prstGeom>
          <a:noFill/>
        </p:spPr>
        <p:txBody>
          <a:bodyPr wrap="square" rtlCol="0">
            <a:spAutoFit/>
          </a:bodyPr>
          <a:lstStyle/>
          <a:p>
            <a:r>
              <a:rPr lang="en-IN" sz="6600" dirty="0">
                <a:solidFill>
                  <a:schemeClr val="tx2">
                    <a:lumMod val="75000"/>
                  </a:schemeClr>
                </a:solidFill>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5A86D04D-E8BB-0CC0-044A-ADCDA705D153}"/>
              </a:ext>
            </a:extLst>
          </p:cNvPr>
          <p:cNvSpPr txBox="1"/>
          <p:nvPr/>
        </p:nvSpPr>
        <p:spPr>
          <a:xfrm>
            <a:off x="1600200" y="1679496"/>
            <a:ext cx="13639800" cy="8494633"/>
          </a:xfrm>
          <a:prstGeom prst="rect">
            <a:avLst/>
          </a:prstGeom>
          <a:noFill/>
        </p:spPr>
        <p:txBody>
          <a:bodyPr wrap="square" rtlCol="0">
            <a:spAutoFit/>
          </a:bodyPr>
          <a:lstStyle/>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The system was tested using real-time data to generate accurate profit-based recommendations for farmers.</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5.1 Market Price Retrieval</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Fetches real-time prices from Agmarknet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Filters and validates market-wise data</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5.2 Profit Computation and Market Ranking</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Calculates revenue and net profit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Ranks mandis based on profitability</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9DAD1F47-D162-EF47-6E57-AAEF2996A81C}"/>
              </a:ext>
            </a:extLst>
          </p:cNvPr>
          <p:cNvPicPr>
            <a:picLocks noChangeAspect="1"/>
          </p:cNvPicPr>
          <p:nvPr/>
        </p:nvPicPr>
        <p:blipFill>
          <a:blip r:embed="rId3"/>
          <a:stretch>
            <a:fillRect/>
          </a:stretch>
        </p:blipFill>
        <p:spPr>
          <a:xfrm>
            <a:off x="9601200" y="2854404"/>
            <a:ext cx="8534400" cy="5870496"/>
          </a:xfrm>
          <a:prstGeom prst="rect">
            <a:avLst/>
          </a:prstGeom>
        </p:spPr>
      </p:pic>
    </p:spTree>
    <p:extLst>
      <p:ext uri="{BB962C8B-B14F-4D97-AF65-F5344CB8AC3E}">
        <p14:creationId xmlns:p14="http://schemas.microsoft.com/office/powerpoint/2010/main" val="3149986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AD3225-9290-1F21-7224-D484B391E8BF}"/>
              </a:ext>
            </a:extLst>
          </p:cNvPr>
          <p:cNvSpPr txBox="1"/>
          <p:nvPr/>
        </p:nvSpPr>
        <p:spPr>
          <a:xfrm>
            <a:off x="1752600" y="1181100"/>
            <a:ext cx="9296400" cy="7017306"/>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5.3 Cold Storage Analysis</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Compares storage profit vs immediate selling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Suggests best decision based on profit </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pPr>
              <a:lnSpc>
                <a:spcPct val="150000"/>
              </a:lnSpc>
            </a:pPr>
            <a:endParaRPr lang="en-US" sz="3200" b="1" dirty="0">
              <a:solidFill>
                <a:schemeClr val="tx2">
                  <a:lumMod val="75000"/>
                </a:schemeClr>
              </a:solidFill>
              <a:latin typeface="Times New Roman" panose="02020603050405020304" pitchFamily="18" charset="0"/>
              <a:cs typeface="Times New Roman" panose="02020603050405020304" pitchFamily="18" charset="0"/>
            </a:endParaRPr>
          </a:p>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5.4 Profit Forecast Visualization</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Shows profit trends over time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Simulates future selling scenarios</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A0DDA435-BFCE-E7EA-9BF9-4E0F0DC5907C}"/>
              </a:ext>
            </a:extLst>
          </p:cNvPr>
          <p:cNvPicPr>
            <a:picLocks noChangeAspect="1"/>
          </p:cNvPicPr>
          <p:nvPr/>
        </p:nvPicPr>
        <p:blipFill>
          <a:blip r:embed="rId2"/>
          <a:stretch>
            <a:fillRect/>
          </a:stretch>
        </p:blipFill>
        <p:spPr>
          <a:xfrm>
            <a:off x="9887900" y="571500"/>
            <a:ext cx="7773485" cy="3487320"/>
          </a:xfrm>
          <a:prstGeom prst="rect">
            <a:avLst/>
          </a:prstGeom>
        </p:spPr>
      </p:pic>
      <p:pic>
        <p:nvPicPr>
          <p:cNvPr id="8" name="Picture 7">
            <a:extLst>
              <a:ext uri="{FF2B5EF4-FFF2-40B4-BE49-F238E27FC236}">
                <a16:creationId xmlns:a16="http://schemas.microsoft.com/office/drawing/2014/main" id="{E6274764-C115-7017-FC21-7A70AA3571B5}"/>
              </a:ext>
            </a:extLst>
          </p:cNvPr>
          <p:cNvPicPr>
            <a:picLocks noChangeAspect="1"/>
          </p:cNvPicPr>
          <p:nvPr/>
        </p:nvPicPr>
        <p:blipFill>
          <a:blip r:embed="rId3"/>
          <a:stretch>
            <a:fillRect/>
          </a:stretch>
        </p:blipFill>
        <p:spPr>
          <a:xfrm>
            <a:off x="9887901" y="4762500"/>
            <a:ext cx="7773485" cy="4343400"/>
          </a:xfrm>
          <a:prstGeom prst="rect">
            <a:avLst/>
          </a:prstGeom>
        </p:spPr>
      </p:pic>
    </p:spTree>
    <p:extLst>
      <p:ext uri="{BB962C8B-B14F-4D97-AF65-F5344CB8AC3E}">
        <p14:creationId xmlns:p14="http://schemas.microsoft.com/office/powerpoint/2010/main" val="788952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6A3888-BB41-B402-5211-85538AF59670}"/>
              </a:ext>
            </a:extLst>
          </p:cNvPr>
          <p:cNvSpPr txBox="1"/>
          <p:nvPr/>
        </p:nvSpPr>
        <p:spPr>
          <a:xfrm>
            <a:off x="1676400" y="1562100"/>
            <a:ext cx="8610600" cy="7017306"/>
          </a:xfrm>
          <a:prstGeom prst="rect">
            <a:avLst/>
          </a:prstGeom>
          <a:noFill/>
        </p:spPr>
        <p:txBody>
          <a:bodyPr wrap="square" rtlCol="0">
            <a:spAutoFit/>
          </a:bodyPr>
          <a:lstStyle/>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5.5 Route and Navigation Integration</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Calculates distance and transport cost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Provides navigation for selected mandis</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 </a:t>
            </a:r>
          </a:p>
          <a:p>
            <a:pPr>
              <a:lnSpc>
                <a:spcPct val="150000"/>
              </a:lnSpc>
            </a:pPr>
            <a:r>
              <a:rPr lang="en-US" sz="3200" b="1" dirty="0">
                <a:solidFill>
                  <a:schemeClr val="tx2">
                    <a:lumMod val="75000"/>
                  </a:schemeClr>
                </a:solidFill>
                <a:latin typeface="Times New Roman" panose="02020603050405020304" pitchFamily="18" charset="0"/>
                <a:cs typeface="Times New Roman" panose="02020603050405020304" pitchFamily="18" charset="0"/>
              </a:rPr>
              <a:t>5.6 Overall Performance</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Integrates price, transport, storage, and routing </a:t>
            </a:r>
          </a:p>
          <a:p>
            <a:pPr>
              <a:lnSpc>
                <a:spcPct val="150000"/>
              </a:lnSpc>
            </a:pPr>
            <a:r>
              <a:rPr lang="en-US" sz="3200" dirty="0">
                <a:solidFill>
                  <a:schemeClr val="tx2">
                    <a:lumMod val="75000"/>
                  </a:schemeClr>
                </a:solidFill>
                <a:latin typeface="Times New Roman" panose="02020603050405020304" pitchFamily="18" charset="0"/>
                <a:cs typeface="Times New Roman" panose="02020603050405020304" pitchFamily="18" charset="0"/>
              </a:rPr>
              <a:t>Provides accurate and data-driven recommendations </a:t>
            </a:r>
          </a:p>
          <a:p>
            <a:pPr>
              <a:lnSpc>
                <a:spcPct val="150000"/>
              </a:lnSpc>
            </a:pPr>
            <a:endParaRPr lang="en-US" sz="3200" dirty="0">
              <a:solidFill>
                <a:schemeClr val="tx2">
                  <a:lumMod val="75000"/>
                </a:schemeClr>
              </a:solidFill>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0FF59C1F-B37B-C36C-6A87-50DD4E4F1A6F}"/>
              </a:ext>
            </a:extLst>
          </p:cNvPr>
          <p:cNvPicPr>
            <a:picLocks noChangeAspect="1"/>
          </p:cNvPicPr>
          <p:nvPr/>
        </p:nvPicPr>
        <p:blipFill>
          <a:blip r:embed="rId2"/>
          <a:stretch>
            <a:fillRect/>
          </a:stretch>
        </p:blipFill>
        <p:spPr>
          <a:xfrm>
            <a:off x="9829800" y="1333500"/>
            <a:ext cx="8077200" cy="6019800"/>
          </a:xfrm>
          <a:prstGeom prst="rect">
            <a:avLst/>
          </a:prstGeom>
        </p:spPr>
      </p:pic>
    </p:spTree>
    <p:extLst>
      <p:ext uri="{BB962C8B-B14F-4D97-AF65-F5344CB8AC3E}">
        <p14:creationId xmlns:p14="http://schemas.microsoft.com/office/powerpoint/2010/main" val="3761198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0830958B-6528-43A1-F125-3DA4467FAB25}"/>
              </a:ext>
            </a:extLst>
          </p:cNvPr>
          <p:cNvSpPr txBox="1">
            <a:spLocks/>
          </p:cNvSpPr>
          <p:nvPr/>
        </p:nvSpPr>
        <p:spPr>
          <a:xfrm>
            <a:off x="5562600" y="495300"/>
            <a:ext cx="7461250" cy="1029769"/>
          </a:xfrm>
          <a:prstGeom prst="rect">
            <a:avLst/>
          </a:prstGeom>
        </p:spPr>
        <p:txBody>
          <a:bodyPr vert="horz" wrap="square" lIns="0" tIns="13970" rIns="0" bIns="0" rtlCol="0">
            <a:spAutoFit/>
          </a:bodyPr>
          <a:lstStyle>
            <a:lvl1pPr>
              <a:defRPr>
                <a:latin typeface="+mj-lt"/>
                <a:ea typeface="+mj-ea"/>
                <a:cs typeface="+mj-cs"/>
              </a:defRPr>
            </a:lvl1pPr>
          </a:lstStyle>
          <a:p>
            <a:pPr marL="12700">
              <a:spcBef>
                <a:spcPts val="110"/>
              </a:spcBef>
            </a:pPr>
            <a:r>
              <a:rPr lang="en-IN" sz="6600" spc="330" dirty="0"/>
              <a:t>     </a:t>
            </a:r>
            <a:r>
              <a:rPr lang="en-IN" sz="6600" b="1" spc="330" dirty="0">
                <a:solidFill>
                  <a:schemeClr val="tx2">
                    <a:lumMod val="75000"/>
                  </a:schemeClr>
                </a:solidFill>
                <a:latin typeface="Times New Roman" panose="02020603050405020304" pitchFamily="18" charset="0"/>
                <a:cs typeface="Times New Roman" panose="02020603050405020304" pitchFamily="18" charset="0"/>
              </a:rPr>
              <a:t>Conclusion</a:t>
            </a:r>
            <a:r>
              <a:rPr lang="en-IN" sz="6600" b="1" spc="330" dirty="0">
                <a:solidFill>
                  <a:schemeClr val="tx2">
                    <a:lumMod val="75000"/>
                  </a:schemeClr>
                </a:solidFill>
              </a:rPr>
              <a:t> </a:t>
            </a:r>
          </a:p>
        </p:txBody>
      </p:sp>
      <p:sp>
        <p:nvSpPr>
          <p:cNvPr id="5" name="TextBox 4">
            <a:extLst>
              <a:ext uri="{FF2B5EF4-FFF2-40B4-BE49-F238E27FC236}">
                <a16:creationId xmlns:a16="http://schemas.microsoft.com/office/drawing/2014/main" id="{BEC0EFFF-AA87-9EAD-E8FF-58B09D929984}"/>
              </a:ext>
            </a:extLst>
          </p:cNvPr>
          <p:cNvSpPr txBox="1"/>
          <p:nvPr/>
        </p:nvSpPr>
        <p:spPr>
          <a:xfrm>
            <a:off x="1254125" y="1530512"/>
            <a:ext cx="16078200" cy="7848302"/>
          </a:xfrm>
          <a:prstGeom prst="rect">
            <a:avLst/>
          </a:prstGeom>
          <a:noFill/>
        </p:spPr>
        <p:txBody>
          <a:bodyPr wrap="square" rtlCol="0">
            <a:spAutoFit/>
          </a:bodyPr>
          <a:lstStyle/>
          <a:p>
            <a:pPr algn="just">
              <a:lnSpc>
                <a:spcPct val="150000"/>
              </a:lnSpc>
            </a:pPr>
            <a:r>
              <a:rPr lang="en-AU" sz="3600" dirty="0">
                <a:solidFill>
                  <a:schemeClr val="tx2">
                    <a:lumMod val="75000"/>
                  </a:schemeClr>
                </a:solidFill>
                <a:latin typeface="Times New Roman" panose="02020603050405020304" pitchFamily="18" charset="0"/>
                <a:cs typeface="Times New Roman" panose="02020603050405020304" pitchFamily="18" charset="0"/>
              </a:rPr>
              <a:t>This study presents an AI enabled farmer to market advisory framework integrating crop recognition, real time price intelligence, geospatial transport optimization, and storage profitability modelling. Experimental deployment demonstrates the feasibility of unified multimodal decision support in improving profit estimation and reducing post-harvest losses. While the proposed architecture advances integrated agricultural analytics, future work should focus on large scale validation, predictive accuracy benchmarking, and mobile deployment for rural accessibility. The findings reinforce the potential of AI driven economic advisory systems in strengthening data informed agricultural supply chain decision making.</a:t>
            </a:r>
            <a:endParaRPr lang="en-IN" sz="3600" dirty="0">
              <a:solidFill>
                <a:schemeClr val="tx2">
                  <a:lumMod val="7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62051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CC7CDC-C0BE-5EDF-F21E-7F2B827B9D7E}"/>
              </a:ext>
            </a:extLst>
          </p:cNvPr>
          <p:cNvPicPr>
            <a:picLocks noChangeAspect="1"/>
          </p:cNvPicPr>
          <p:nvPr/>
        </p:nvPicPr>
        <p:blipFill>
          <a:blip r:embed="rId2"/>
          <a:stretch>
            <a:fillRect/>
          </a:stretch>
        </p:blipFill>
        <p:spPr>
          <a:xfrm>
            <a:off x="9601200" y="1104900"/>
            <a:ext cx="7467600" cy="6858000"/>
          </a:xfrm>
          <a:prstGeom prst="rect">
            <a:avLst/>
          </a:prstGeom>
        </p:spPr>
      </p:pic>
      <p:sp>
        <p:nvSpPr>
          <p:cNvPr id="4" name="TextBox 3">
            <a:extLst>
              <a:ext uri="{FF2B5EF4-FFF2-40B4-BE49-F238E27FC236}">
                <a16:creationId xmlns:a16="http://schemas.microsoft.com/office/drawing/2014/main" id="{3A12737C-BB33-FA39-A7D2-CD198F63137C}"/>
              </a:ext>
            </a:extLst>
          </p:cNvPr>
          <p:cNvSpPr txBox="1"/>
          <p:nvPr/>
        </p:nvSpPr>
        <p:spPr>
          <a:xfrm>
            <a:off x="1197429" y="3390900"/>
            <a:ext cx="6781801" cy="1569660"/>
          </a:xfrm>
          <a:prstGeom prst="rect">
            <a:avLst/>
          </a:prstGeom>
          <a:noFill/>
        </p:spPr>
        <p:txBody>
          <a:bodyPr wrap="square" rtlCol="0">
            <a:spAutoFit/>
          </a:bodyPr>
          <a:lstStyle/>
          <a:p>
            <a:r>
              <a:rPr lang="en-IN" sz="9600" dirty="0">
                <a:solidFill>
                  <a:schemeClr val="tx2">
                    <a:lumMod val="75000"/>
                  </a:schemeClr>
                </a:solidFill>
                <a:latin typeface="Times New Roman" panose="02020603050405020304" pitchFamily="18" charset="0"/>
                <a:cs typeface="Times New Roman" panose="02020603050405020304" pitchFamily="18" charset="0"/>
              </a:rPr>
              <a:t>Any Queries</a:t>
            </a:r>
          </a:p>
        </p:txBody>
      </p:sp>
    </p:spTree>
    <p:extLst>
      <p:ext uri="{BB962C8B-B14F-4D97-AF65-F5344CB8AC3E}">
        <p14:creationId xmlns:p14="http://schemas.microsoft.com/office/powerpoint/2010/main" val="2335554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343400" y="3314700"/>
            <a:ext cx="10363200" cy="2014654"/>
          </a:xfrm>
          <a:prstGeom prst="rect">
            <a:avLst/>
          </a:prstGeom>
        </p:spPr>
        <p:txBody>
          <a:bodyPr vert="horz" wrap="square" lIns="0" tIns="344170" rIns="0" bIns="0" rtlCol="0">
            <a:spAutoFit/>
          </a:bodyPr>
          <a:lstStyle/>
          <a:p>
            <a:pPr marL="1112520" marR="5080" indent="-1100455">
              <a:lnSpc>
                <a:spcPts val="12969"/>
              </a:lnSpc>
              <a:spcBef>
                <a:spcPts val="2710"/>
              </a:spcBef>
            </a:pPr>
            <a:r>
              <a:rPr sz="12950" spc="370" dirty="0"/>
              <a:t>THANK </a:t>
            </a:r>
            <a:r>
              <a:rPr sz="12950" spc="135" dirty="0"/>
              <a:t>YOU</a:t>
            </a:r>
            <a:endParaRPr sz="12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D749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TotalTime>
  <Words>935</Words>
  <Application>Microsoft Office PowerPoint</Application>
  <PresentationFormat>Custom</PresentationFormat>
  <Paragraphs>104</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Tahoma</vt:lpstr>
      <vt:lpstr>Times New Roman</vt:lpstr>
      <vt:lpstr>Trebuchet MS</vt:lpstr>
      <vt:lpstr>Wingdings</vt:lpstr>
      <vt:lpstr>Office Theme</vt:lpstr>
      <vt:lpstr>AI-Powered Farmer-to-Market Advisory System  A Holistic Approach with Computer Vision, Large Language Models, and Real-Time Data Integration  under the guidance  of Mrs. G. V. Leela Kumari</vt:lpstr>
      <vt:lpstr>Table of Contents</vt:lpstr>
      <vt:lpstr>       Abstract</vt:lpstr>
      <vt:lpstr>Existing System</vt:lpstr>
      <vt:lpstr>       Proposed System</vt:lpstr>
      <vt:lpstr>Future Scope</vt:lpstr>
      <vt:lpstr>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Minimalist Presentation</dc:title>
  <dc:creator>Suchithra Marella</dc:creator>
  <cp:keywords>DAHFfDe-kxY,BAGaf1csMDg,0</cp:keywords>
  <cp:lastModifiedBy>Pasam Gopi</cp:lastModifiedBy>
  <cp:revision>20</cp:revision>
  <dcterms:created xsi:type="dcterms:W3CDTF">2026-03-31T05:03:45Z</dcterms:created>
  <dcterms:modified xsi:type="dcterms:W3CDTF">2026-04-01T16:03:32Z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2026-03-31T00:00:00Z</vt:filetime>
  </property>
  <property fmtid="{D5CDD505-2E9C-101B-9397-08002B2CF9AE}" pid="3" name="Creator">
    <vt:lpwstr>Canva</vt:lpwstr>
  </property>
  <property fmtid="{D5CDD505-2E9C-101B-9397-08002B2CF9AE}" pid="4" name="LastSaved">
    <vt:filetime>2026-03-31T00:00:00Z</vt:filetime>
  </property>
  <property fmtid="{D5CDD505-2E9C-101B-9397-08002B2CF9AE}" pid="5" name="Producer">
    <vt:lpwstr>Canva</vt:lpwstr>
  </property>
</Properties>
</file>